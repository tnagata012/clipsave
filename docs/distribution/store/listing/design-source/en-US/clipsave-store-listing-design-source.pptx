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2" r:id="rId3"/>
    <p:sldId id="267" r:id="rId4"/>
    <p:sldId id="264" r:id="rId5"/>
    <p:sldId id="257" r:id="rId6"/>
    <p:sldId id="258" r:id="rId7"/>
    <p:sldId id="260" r:id="rId8"/>
    <p:sldId id="261" r:id="rId9"/>
    <p:sldId id="268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B0D0C1-6649-C062-A1C3-1DADF4EFB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628C1E-288A-E5FD-F9E1-816A7C740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AE64F4-F2CF-4763-DD14-A4E6BA721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BAB8F2-B2E9-F4BA-DF01-4F971835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211008-9956-FAEE-BE5F-AFEEC023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86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7A43D1-A965-9FBA-313E-E1AA35712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FD7C24-F362-0D8D-6398-3772C4104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6F98FB-6F2A-2544-B3E1-8710DBC3D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A38AE6D-B7A7-42F2-BA22-3BE8BD98F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B7AFC0-4D7A-2F52-CED2-9B1BAA34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458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23CB01-99DA-182D-EE8E-C2BA7803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399EF2-DE87-CC2E-490A-E888A5CE5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E3F3D93-023B-5745-B9B9-F12E971D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FCFF77-1149-5A66-9EF0-541E1E699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6172D4-87D1-BC46-B5F6-3A5B3BE0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927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AD03A5-36BC-E455-12E6-FF64BB35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5C1455-EE43-B264-920A-EF1CC9FF8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48E99B-4986-B384-D7E3-E16F37952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416CC1-7228-C33F-58B9-C163B3A1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FF3048-5A56-32ED-BA2F-F7BADD68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D183E2-9E72-3F19-231A-442CE618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996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D0C4B0-67E7-D380-25C1-BADE90036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D46613-BB22-C35E-ECB7-34FCCB318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56E3003-AEC2-91DA-8411-34A4D6B39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8896BA-1B75-A44C-6B0A-AF2A24DA0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86226F4-5F00-D473-F51C-2C2D66161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BADE333-DAB8-FA72-5D5D-BC86EBD8F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2728864-EDA1-34EF-AE74-278B3BC6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797BF67-915E-2C19-0577-E37D90387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042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F7455A-AB50-8137-7BB4-48157829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AEB8FE-85F1-D9C4-1C4F-53644A80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881340D-9E04-A09F-1191-82E00EC8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9BB0D18-7614-D353-6EF2-EE37EA8A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622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E4CF52-4065-BA49-73C4-47FBD654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03F065-C6DF-9FEA-A99D-C5FD886EB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607CED-F9CC-5C08-202E-3931205D4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619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225BD1-65EE-85D0-9322-32C950D6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3C73E4-62CF-67C2-C957-C3FBBAE87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BD6BCA-3B3A-E886-D91B-9DBAB7E95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5A6831-339A-B2F1-6F12-FFF66F1E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E192F9-CDF7-B9E8-E38C-0D720646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522E9A-38A1-3B52-6997-753B80DD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370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D0D847-9A50-A8CE-5C3E-C42AFE62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F431702-DBFB-D4F7-6C2B-0FBA6F28A4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99C3A9-5FB3-AB37-FF21-0B072E296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A4005A-DA09-960A-7FB4-3AEDE9435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A578E7-FBFB-C462-D8C6-A9A2D816B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03C134-0537-A8CE-EFB2-A7B63CE2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4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8C121C-A8CB-D8C4-99B4-77499CF9B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9D0E7DC-D2C3-581C-F03C-6BD0A4906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AF32B2-848D-3220-2923-2006482B4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979D1C-A9BF-8726-4484-A675EF743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D7238A-E4A6-52E7-4349-5A7EC1A7D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6378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34BB4F6-C665-4BFD-9FB6-CFE2CE4DA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1A3D5E-0E1A-C64B-3DD2-1864237A0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12D946-8B6B-C072-28A9-AD4C14BA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1638DD-256E-2043-42EA-55A2C9B81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C04E20-F476-B387-3343-69A28969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6377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8377A93-E6BD-8F24-A6A8-A094206BF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7712BA-54E1-78EA-DE73-84774C26F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179BF3-8DF2-F13E-D4EB-8ED20BF13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3C7F6-BF65-453D-9C87-5BA16A0A8437}" type="datetimeFigureOut">
              <a:rPr kumimoji="1" lang="ja-JP" altLang="en-US" smtClean="0"/>
              <a:t>2026/3/8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8336C7-439B-F9AF-F88B-568EC4518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CC0EF8-BBDB-6B14-039F-E4189396D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9E836-E503-407D-8EA9-5F67F6DDD2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432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D677-2E08-9822-965F-C752B47CF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9CBC8-9901-6DA9-EB23-CCAFC903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screenshot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60802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1872711A-C017-5E6C-6347-C0BA3CEED0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166"/>
          <a:stretch>
            <a:fillRect/>
          </a:stretch>
        </p:blipFill>
        <p:spPr>
          <a:xfrm>
            <a:off x="3056751" y="3964849"/>
            <a:ext cx="6078497" cy="2395471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F66E85E0-2313-1834-E423-6F9DBB083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644" y="688790"/>
            <a:ext cx="3637873" cy="2454527"/>
          </a:xfrm>
          <a:prstGeom prst="rect">
            <a:avLst/>
          </a:prstGeom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088FE83F-DDF4-141E-0355-8A6A251CB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862" y="688790"/>
            <a:ext cx="3916798" cy="2454527"/>
          </a:xfrm>
          <a:prstGeom prst="rect">
            <a:avLst/>
          </a:prstGeom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763607DD-D0F7-7EB3-3DD2-86048F27D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020" y="688790"/>
            <a:ext cx="3676857" cy="2459420"/>
          </a:xfrm>
          <a:prstGeom prst="rect">
            <a:avLst/>
          </a:prstGeom>
        </p:spPr>
      </p:pic>
      <p:sp>
        <p:nvSpPr>
          <p:cNvPr id="7" name="矢印: 下 6">
            <a:extLst>
              <a:ext uri="{FF2B5EF4-FFF2-40B4-BE49-F238E27FC236}">
                <a16:creationId xmlns:a16="http://schemas.microsoft.com/office/drawing/2014/main" id="{4F01087F-1062-BD8F-9D58-9A027F888DA4}"/>
              </a:ext>
            </a:extLst>
          </p:cNvPr>
          <p:cNvSpPr/>
          <p:nvPr/>
        </p:nvSpPr>
        <p:spPr>
          <a:xfrm>
            <a:off x="5512121" y="2951026"/>
            <a:ext cx="1206253" cy="1654104"/>
          </a:xfrm>
          <a:prstGeom prst="downArrow">
            <a:avLst>
              <a:gd name="adj1" fmla="val 50000"/>
              <a:gd name="adj2" fmla="val 2912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Picture 2" descr="ファイル タイプ powerpoint の アイコン">
            <a:extLst>
              <a:ext uri="{FF2B5EF4-FFF2-40B4-BE49-F238E27FC236}">
                <a16:creationId xmlns:a16="http://schemas.microsoft.com/office/drawing/2014/main" id="{41AD53BF-1911-5B33-2C9A-A57262493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983" y="688790"/>
            <a:ext cx="868895" cy="868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DF8EEC80-AAFD-205B-36F2-6088398CC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4117" y="750275"/>
            <a:ext cx="745924" cy="745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5A0BFB8D-54C0-30F4-21F6-1622F5B0E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8932" y="738393"/>
            <a:ext cx="695316" cy="69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四角形: 角度付き 11">
            <a:extLst>
              <a:ext uri="{FF2B5EF4-FFF2-40B4-BE49-F238E27FC236}">
                <a16:creationId xmlns:a16="http://schemas.microsoft.com/office/drawing/2014/main" id="{6E479F96-8E41-A767-6DDF-26B2489CEC23}"/>
              </a:ext>
            </a:extLst>
          </p:cNvPr>
          <p:cNvSpPr/>
          <p:nvPr/>
        </p:nvSpPr>
        <p:spPr>
          <a:xfrm>
            <a:off x="3670670" y="3210447"/>
            <a:ext cx="1434136" cy="639309"/>
          </a:xfrm>
          <a:prstGeom prst="bevel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skaydiaCove NF" panose="02000009000000000000" pitchFamily="50" charset="0"/>
                <a:ea typeface="CaskaydiaCove NF" panose="02000009000000000000" pitchFamily="50" charset="0"/>
                <a:cs typeface="CaskaydiaCove NF" panose="02000009000000000000" pitchFamily="50" charset="0"/>
              </a:rPr>
              <a:t>Ctrl</a:t>
            </a:r>
            <a:endParaRPr kumimoji="1" lang="ja-JP" altLang="en-US" sz="2000" dirty="0">
              <a:solidFill>
                <a:schemeClr val="tx1"/>
              </a:solidFill>
              <a:latin typeface="CaskaydiaCove NF" panose="02000009000000000000" pitchFamily="50" charset="0"/>
              <a:cs typeface="CaskaydiaCove NF" panose="02000009000000000000" pitchFamily="50" charset="0"/>
            </a:endParaRPr>
          </a:p>
        </p:txBody>
      </p:sp>
      <p:sp>
        <p:nvSpPr>
          <p:cNvPr id="13" name="四角形: 角度付き 12">
            <a:extLst>
              <a:ext uri="{FF2B5EF4-FFF2-40B4-BE49-F238E27FC236}">
                <a16:creationId xmlns:a16="http://schemas.microsoft.com/office/drawing/2014/main" id="{CE92C6B0-154B-00F8-90AC-D4E72667A8A2}"/>
              </a:ext>
            </a:extLst>
          </p:cNvPr>
          <p:cNvSpPr/>
          <p:nvPr/>
        </p:nvSpPr>
        <p:spPr>
          <a:xfrm>
            <a:off x="5336582" y="3210447"/>
            <a:ext cx="1544078" cy="639309"/>
          </a:xfrm>
          <a:prstGeom prst="bevel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skaydiaCove NF" panose="02000009000000000000" pitchFamily="50" charset="0"/>
                <a:ea typeface="CaskaydiaCove NF" panose="02000009000000000000" pitchFamily="50" charset="0"/>
                <a:cs typeface="CaskaydiaCove NF" panose="02000009000000000000" pitchFamily="50" charset="0"/>
              </a:rPr>
              <a:t>Shift</a:t>
            </a:r>
            <a:endParaRPr kumimoji="1" lang="ja-JP" altLang="en-US" sz="2000" dirty="0">
              <a:solidFill>
                <a:schemeClr val="tx1"/>
              </a:solidFill>
              <a:latin typeface="CaskaydiaCove NF" panose="02000009000000000000" pitchFamily="50" charset="0"/>
              <a:cs typeface="CaskaydiaCove NF" panose="02000009000000000000" pitchFamily="50" charset="0"/>
            </a:endParaRPr>
          </a:p>
        </p:txBody>
      </p:sp>
      <p:sp>
        <p:nvSpPr>
          <p:cNvPr id="14" name="四角形: 角度付き 13">
            <a:extLst>
              <a:ext uri="{FF2B5EF4-FFF2-40B4-BE49-F238E27FC236}">
                <a16:creationId xmlns:a16="http://schemas.microsoft.com/office/drawing/2014/main" id="{67A2B239-DC57-CA91-C85A-13C292CA5104}"/>
              </a:ext>
            </a:extLst>
          </p:cNvPr>
          <p:cNvSpPr/>
          <p:nvPr/>
        </p:nvSpPr>
        <p:spPr>
          <a:xfrm>
            <a:off x="7094706" y="3230573"/>
            <a:ext cx="898669" cy="639309"/>
          </a:xfrm>
          <a:prstGeom prst="bevel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CaskaydiaCove NF" panose="02000009000000000000" pitchFamily="50" charset="0"/>
                <a:ea typeface="CaskaydiaCove NF" panose="02000009000000000000" pitchFamily="50" charset="0"/>
                <a:cs typeface="CaskaydiaCove NF" panose="02000009000000000000" pitchFamily="50" charset="0"/>
              </a:rPr>
              <a:t>V</a:t>
            </a:r>
            <a:endParaRPr kumimoji="1" lang="ja-JP" altLang="en-US" sz="2000" dirty="0">
              <a:solidFill>
                <a:schemeClr val="tx1"/>
              </a:solidFill>
              <a:latin typeface="CaskaydiaCove NF" panose="02000009000000000000" pitchFamily="50" charset="0"/>
              <a:cs typeface="CaskaydiaCove NF" panose="02000009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809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480C71BC-EF1B-7011-E545-2423A5FE60D0}"/>
              </a:ext>
            </a:extLst>
          </p:cNvPr>
          <p:cNvGrpSpPr/>
          <p:nvPr/>
        </p:nvGrpSpPr>
        <p:grpSpPr>
          <a:xfrm>
            <a:off x="4347707" y="4226761"/>
            <a:ext cx="3703983" cy="563050"/>
            <a:chOff x="4634727" y="4000701"/>
            <a:chExt cx="3703983" cy="56305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84990F8-21DF-0141-5140-B43A92278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242" t="49483" r="8732"/>
            <a:stretch>
              <a:fillRect/>
            </a:stretch>
          </p:blipFill>
          <p:spPr>
            <a:xfrm>
              <a:off x="4634727" y="4000701"/>
              <a:ext cx="3703983" cy="563050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011AE828-B523-FC43-B756-777FB5E4E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4353" t="61054" r="8732" b="24823"/>
            <a:stretch>
              <a:fillRect/>
            </a:stretch>
          </p:blipFill>
          <p:spPr>
            <a:xfrm>
              <a:off x="7880494" y="4282226"/>
              <a:ext cx="452120" cy="198334"/>
            </a:xfrm>
            <a:prstGeom prst="rect">
              <a:avLst/>
            </a:prstGeom>
          </p:spPr>
        </p:pic>
      </p:grp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71A0D5DB-5DCD-DC8B-D5ED-50177265688A}"/>
              </a:ext>
            </a:extLst>
          </p:cNvPr>
          <p:cNvSpPr/>
          <p:nvPr/>
        </p:nvSpPr>
        <p:spPr>
          <a:xfrm rot="10800000">
            <a:off x="4734449" y="1666888"/>
            <a:ext cx="2847592" cy="2606245"/>
          </a:xfrm>
          <a:custGeom>
            <a:avLst/>
            <a:gdLst>
              <a:gd name="csX0" fmla="*/ 3060131 w 3436883"/>
              <a:gd name="csY0" fmla="*/ 2606245 h 2606245"/>
              <a:gd name="csX1" fmla="*/ 376752 w 3436883"/>
              <a:gd name="csY1" fmla="*/ 2606245 h 2606245"/>
              <a:gd name="csX2" fmla="*/ 0 w 3436883"/>
              <a:gd name="csY2" fmla="*/ 2229493 h 2606245"/>
              <a:gd name="csX3" fmla="*/ 0 w 3436883"/>
              <a:gd name="csY3" fmla="*/ 722487 h 2606245"/>
              <a:gd name="csX4" fmla="*/ 376752 w 3436883"/>
              <a:gd name="csY4" fmla="*/ 345735 h 2606245"/>
              <a:gd name="csX5" fmla="*/ 1553892 w 3436883"/>
              <a:gd name="csY5" fmla="*/ 345735 h 2606245"/>
              <a:gd name="csX6" fmla="*/ 2138229 w 3436883"/>
              <a:gd name="csY6" fmla="*/ 0 h 2606245"/>
              <a:gd name="csX7" fmla="*/ 2722566 w 3436883"/>
              <a:gd name="csY7" fmla="*/ 345735 h 2606245"/>
              <a:gd name="csX8" fmla="*/ 3060131 w 3436883"/>
              <a:gd name="csY8" fmla="*/ 345735 h 2606245"/>
              <a:gd name="csX9" fmla="*/ 3436883 w 3436883"/>
              <a:gd name="csY9" fmla="*/ 722487 h 2606245"/>
              <a:gd name="csX10" fmla="*/ 3436883 w 3436883"/>
              <a:gd name="csY10" fmla="*/ 2229493 h 2606245"/>
              <a:gd name="csX11" fmla="*/ 3060131 w 3436883"/>
              <a:gd name="csY11" fmla="*/ 2606245 h 26062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36883" h="2606245">
                <a:moveTo>
                  <a:pt x="3060131" y="2606245"/>
                </a:moveTo>
                <a:lnTo>
                  <a:pt x="376752" y="2606245"/>
                </a:lnTo>
                <a:cubicBezTo>
                  <a:pt x="168678" y="2606245"/>
                  <a:pt x="0" y="2437567"/>
                  <a:pt x="0" y="2229493"/>
                </a:cubicBezTo>
                <a:lnTo>
                  <a:pt x="0" y="722487"/>
                </a:lnTo>
                <a:cubicBezTo>
                  <a:pt x="0" y="514413"/>
                  <a:pt x="168678" y="345735"/>
                  <a:pt x="376752" y="345735"/>
                </a:cubicBezTo>
                <a:lnTo>
                  <a:pt x="1553892" y="345735"/>
                </a:lnTo>
                <a:lnTo>
                  <a:pt x="2138229" y="0"/>
                </a:lnTo>
                <a:lnTo>
                  <a:pt x="2722566" y="345735"/>
                </a:lnTo>
                <a:lnTo>
                  <a:pt x="3060131" y="345735"/>
                </a:lnTo>
                <a:cubicBezTo>
                  <a:pt x="3268205" y="345735"/>
                  <a:pt x="3436883" y="514413"/>
                  <a:pt x="3436883" y="722487"/>
                </a:cubicBezTo>
                <a:lnTo>
                  <a:pt x="3436883" y="2229493"/>
                </a:lnTo>
                <a:cubicBezTo>
                  <a:pt x="3436883" y="2437567"/>
                  <a:pt x="3268205" y="2606245"/>
                  <a:pt x="3060131" y="260624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E1311BE-7C56-3E68-9E11-E3F87E38D46B}"/>
              </a:ext>
            </a:extLst>
          </p:cNvPr>
          <p:cNvGrpSpPr/>
          <p:nvPr/>
        </p:nvGrpSpPr>
        <p:grpSpPr>
          <a:xfrm>
            <a:off x="5540437" y="2212781"/>
            <a:ext cx="1270362" cy="1320099"/>
            <a:chOff x="4121445" y="1206289"/>
            <a:chExt cx="3648932" cy="3791793"/>
          </a:xfrm>
        </p:grpSpPr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F4F98F71-3F3C-A18F-2D20-A2B7C7D96FF1}"/>
                </a:ext>
              </a:extLst>
            </p:cNvPr>
            <p:cNvSpPr/>
            <p:nvPr/>
          </p:nvSpPr>
          <p:spPr>
            <a:xfrm rot="20336448">
              <a:off x="5419062" y="2438237"/>
              <a:ext cx="2351315" cy="2559845"/>
            </a:xfrm>
            <a:prstGeom prst="roundRect">
              <a:avLst>
                <a:gd name="adj" fmla="val 27044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A6AEF11D-C699-1BA6-5C68-27BDF404BFB1}"/>
                </a:ext>
              </a:extLst>
            </p:cNvPr>
            <p:cNvSpPr/>
            <p:nvPr/>
          </p:nvSpPr>
          <p:spPr>
            <a:xfrm rot="549115">
              <a:off x="4121445" y="1993450"/>
              <a:ext cx="2351315" cy="2630928"/>
            </a:xfrm>
            <a:prstGeom prst="roundRect">
              <a:avLst>
                <a:gd name="adj" fmla="val 27044"/>
              </a:avLst>
            </a:pr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2B494A1A-A206-0BD9-DF2C-85EB4E811D33}"/>
                </a:ext>
              </a:extLst>
            </p:cNvPr>
            <p:cNvSpPr/>
            <p:nvPr/>
          </p:nvSpPr>
          <p:spPr>
            <a:xfrm>
              <a:off x="4208744" y="1363702"/>
              <a:ext cx="2458278" cy="3062079"/>
            </a:xfrm>
            <a:prstGeom prst="roundRect">
              <a:avLst>
                <a:gd name="adj" fmla="val 27044"/>
              </a:avLst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2A36C2D0-17E5-62C1-0DFC-2258803A7B51}"/>
                </a:ext>
              </a:extLst>
            </p:cNvPr>
            <p:cNvSpPr/>
            <p:nvPr/>
          </p:nvSpPr>
          <p:spPr>
            <a:xfrm>
              <a:off x="4429761" y="1585658"/>
              <a:ext cx="2025226" cy="2618163"/>
            </a:xfrm>
            <a:prstGeom prst="roundRect">
              <a:avLst>
                <a:gd name="adj" fmla="val 2299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233117A4-17AA-CCBA-8C2C-99C3415B0A51}"/>
                </a:ext>
              </a:extLst>
            </p:cNvPr>
            <p:cNvSpPr/>
            <p:nvPr/>
          </p:nvSpPr>
          <p:spPr>
            <a:xfrm>
              <a:off x="4702180" y="1206289"/>
              <a:ext cx="1446116" cy="616915"/>
            </a:xfrm>
            <a:prstGeom prst="roundRect">
              <a:avLst>
                <a:gd name="adj" fmla="val 27044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B11965A4-C614-91FE-D0D2-693C35FD1B29}"/>
                </a:ext>
              </a:extLst>
            </p:cNvPr>
            <p:cNvSpPr/>
            <p:nvPr/>
          </p:nvSpPr>
          <p:spPr>
            <a:xfrm>
              <a:off x="4646506" y="2249307"/>
              <a:ext cx="1277249" cy="161752"/>
            </a:xfrm>
            <a:prstGeom prst="roundRect">
              <a:avLst>
                <a:gd name="adj" fmla="val 27044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5E3BC063-ADE4-7414-233B-4151F17C7B5E}"/>
                </a:ext>
              </a:extLst>
            </p:cNvPr>
            <p:cNvSpPr/>
            <p:nvPr/>
          </p:nvSpPr>
          <p:spPr>
            <a:xfrm>
              <a:off x="4645131" y="2648069"/>
              <a:ext cx="1277249" cy="161752"/>
            </a:xfrm>
            <a:prstGeom prst="roundRect">
              <a:avLst>
                <a:gd name="adj" fmla="val 27044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0D61AC30-1282-F7CE-B674-7A86D4299F42}"/>
                </a:ext>
              </a:extLst>
            </p:cNvPr>
            <p:cNvSpPr/>
            <p:nvPr/>
          </p:nvSpPr>
          <p:spPr>
            <a:xfrm>
              <a:off x="4645130" y="3046831"/>
              <a:ext cx="1277249" cy="161752"/>
            </a:xfrm>
            <a:prstGeom prst="roundRect">
              <a:avLst>
                <a:gd name="adj" fmla="val 27044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8273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BEF49B-D11C-ABBA-33A6-F6E4509EC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material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8432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39496A-5665-A89A-9292-ADF09B544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10" y="0"/>
            <a:ext cx="102527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6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1A67F1-D38F-4683-CDEC-EAA2D65D7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91" y="0"/>
            <a:ext cx="1094361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CECC6E-0A09-D3FD-601A-FEAB954EF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91" y="0"/>
            <a:ext cx="109436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49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FE85577-467A-A57B-3792-D61F16B06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853" y="0"/>
            <a:ext cx="101642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87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CED5670B-0F9B-0CCC-BA99-E79A199C9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923" y="0"/>
            <a:ext cx="79761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650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480C71BC-EF1B-7011-E545-2423A5FE60D0}"/>
              </a:ext>
            </a:extLst>
          </p:cNvPr>
          <p:cNvGrpSpPr/>
          <p:nvPr/>
        </p:nvGrpSpPr>
        <p:grpSpPr>
          <a:xfrm>
            <a:off x="4347707" y="4226761"/>
            <a:ext cx="3703983" cy="563050"/>
            <a:chOff x="4634727" y="4000701"/>
            <a:chExt cx="3703983" cy="56305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84990F8-21DF-0141-5140-B43A92278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242" t="49483" r="8732"/>
            <a:stretch>
              <a:fillRect/>
            </a:stretch>
          </p:blipFill>
          <p:spPr>
            <a:xfrm>
              <a:off x="4634727" y="4000701"/>
              <a:ext cx="3703983" cy="563050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011AE828-B523-FC43-B756-777FB5E4E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4353" t="61054" r="8732" b="24823"/>
            <a:stretch>
              <a:fillRect/>
            </a:stretch>
          </p:blipFill>
          <p:spPr>
            <a:xfrm>
              <a:off x="7880494" y="4282226"/>
              <a:ext cx="452120" cy="198334"/>
            </a:xfrm>
            <a:prstGeom prst="rect">
              <a:avLst/>
            </a:prstGeom>
          </p:spPr>
        </p:pic>
      </p:grpSp>
      <p:sp>
        <p:nvSpPr>
          <p:cNvPr id="22" name="フリーフォーム: 図形 21">
            <a:extLst>
              <a:ext uri="{FF2B5EF4-FFF2-40B4-BE49-F238E27FC236}">
                <a16:creationId xmlns:a16="http://schemas.microsoft.com/office/drawing/2014/main" id="{71A0D5DB-5DCD-DC8B-D5ED-50177265688A}"/>
              </a:ext>
            </a:extLst>
          </p:cNvPr>
          <p:cNvSpPr/>
          <p:nvPr/>
        </p:nvSpPr>
        <p:spPr>
          <a:xfrm rot="10800000">
            <a:off x="4734449" y="1666888"/>
            <a:ext cx="2847592" cy="2606245"/>
          </a:xfrm>
          <a:custGeom>
            <a:avLst/>
            <a:gdLst>
              <a:gd name="csX0" fmla="*/ 3060131 w 3436883"/>
              <a:gd name="csY0" fmla="*/ 2606245 h 2606245"/>
              <a:gd name="csX1" fmla="*/ 376752 w 3436883"/>
              <a:gd name="csY1" fmla="*/ 2606245 h 2606245"/>
              <a:gd name="csX2" fmla="*/ 0 w 3436883"/>
              <a:gd name="csY2" fmla="*/ 2229493 h 2606245"/>
              <a:gd name="csX3" fmla="*/ 0 w 3436883"/>
              <a:gd name="csY3" fmla="*/ 722487 h 2606245"/>
              <a:gd name="csX4" fmla="*/ 376752 w 3436883"/>
              <a:gd name="csY4" fmla="*/ 345735 h 2606245"/>
              <a:gd name="csX5" fmla="*/ 1553892 w 3436883"/>
              <a:gd name="csY5" fmla="*/ 345735 h 2606245"/>
              <a:gd name="csX6" fmla="*/ 2138229 w 3436883"/>
              <a:gd name="csY6" fmla="*/ 0 h 2606245"/>
              <a:gd name="csX7" fmla="*/ 2722566 w 3436883"/>
              <a:gd name="csY7" fmla="*/ 345735 h 2606245"/>
              <a:gd name="csX8" fmla="*/ 3060131 w 3436883"/>
              <a:gd name="csY8" fmla="*/ 345735 h 2606245"/>
              <a:gd name="csX9" fmla="*/ 3436883 w 3436883"/>
              <a:gd name="csY9" fmla="*/ 722487 h 2606245"/>
              <a:gd name="csX10" fmla="*/ 3436883 w 3436883"/>
              <a:gd name="csY10" fmla="*/ 2229493 h 2606245"/>
              <a:gd name="csX11" fmla="*/ 3060131 w 3436883"/>
              <a:gd name="csY11" fmla="*/ 2606245 h 26062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36883" h="2606245">
                <a:moveTo>
                  <a:pt x="3060131" y="2606245"/>
                </a:moveTo>
                <a:lnTo>
                  <a:pt x="376752" y="2606245"/>
                </a:lnTo>
                <a:cubicBezTo>
                  <a:pt x="168678" y="2606245"/>
                  <a:pt x="0" y="2437567"/>
                  <a:pt x="0" y="2229493"/>
                </a:cubicBezTo>
                <a:lnTo>
                  <a:pt x="0" y="722487"/>
                </a:lnTo>
                <a:cubicBezTo>
                  <a:pt x="0" y="514413"/>
                  <a:pt x="168678" y="345735"/>
                  <a:pt x="376752" y="345735"/>
                </a:cubicBezTo>
                <a:lnTo>
                  <a:pt x="1553892" y="345735"/>
                </a:lnTo>
                <a:lnTo>
                  <a:pt x="2138229" y="0"/>
                </a:lnTo>
                <a:lnTo>
                  <a:pt x="2722566" y="345735"/>
                </a:lnTo>
                <a:lnTo>
                  <a:pt x="3060131" y="345735"/>
                </a:lnTo>
                <a:cubicBezTo>
                  <a:pt x="3268205" y="345735"/>
                  <a:pt x="3436883" y="514413"/>
                  <a:pt x="3436883" y="722487"/>
                </a:cubicBezTo>
                <a:lnTo>
                  <a:pt x="3436883" y="2229493"/>
                </a:lnTo>
                <a:cubicBezTo>
                  <a:pt x="3436883" y="2437567"/>
                  <a:pt x="3268205" y="2606245"/>
                  <a:pt x="3060131" y="260624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FE1311BE-7C56-3E68-9E11-E3F87E38D46B}"/>
              </a:ext>
            </a:extLst>
          </p:cNvPr>
          <p:cNvGrpSpPr/>
          <p:nvPr/>
        </p:nvGrpSpPr>
        <p:grpSpPr>
          <a:xfrm>
            <a:off x="5540437" y="2212781"/>
            <a:ext cx="1270362" cy="1320099"/>
            <a:chOff x="4121445" y="1206289"/>
            <a:chExt cx="3648932" cy="3791793"/>
          </a:xfrm>
        </p:grpSpPr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F4F98F71-3F3C-A18F-2D20-A2B7C7D96FF1}"/>
                </a:ext>
              </a:extLst>
            </p:cNvPr>
            <p:cNvSpPr/>
            <p:nvPr/>
          </p:nvSpPr>
          <p:spPr>
            <a:xfrm rot="20336448">
              <a:off x="5419062" y="2438237"/>
              <a:ext cx="2351315" cy="2559845"/>
            </a:xfrm>
            <a:prstGeom prst="roundRect">
              <a:avLst>
                <a:gd name="adj" fmla="val 27044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A6AEF11D-C699-1BA6-5C68-27BDF404BFB1}"/>
                </a:ext>
              </a:extLst>
            </p:cNvPr>
            <p:cNvSpPr/>
            <p:nvPr/>
          </p:nvSpPr>
          <p:spPr>
            <a:xfrm rot="549115">
              <a:off x="4121445" y="1993450"/>
              <a:ext cx="2351315" cy="2630928"/>
            </a:xfrm>
            <a:prstGeom prst="roundRect">
              <a:avLst>
                <a:gd name="adj" fmla="val 27044"/>
              </a:avLst>
            </a:pr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2B494A1A-A206-0BD9-DF2C-85EB4E811D33}"/>
                </a:ext>
              </a:extLst>
            </p:cNvPr>
            <p:cNvSpPr/>
            <p:nvPr/>
          </p:nvSpPr>
          <p:spPr>
            <a:xfrm>
              <a:off x="4208744" y="1363702"/>
              <a:ext cx="2458278" cy="3062079"/>
            </a:xfrm>
            <a:prstGeom prst="roundRect">
              <a:avLst>
                <a:gd name="adj" fmla="val 27044"/>
              </a:avLst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2A36C2D0-17E5-62C1-0DFC-2258803A7B51}"/>
                </a:ext>
              </a:extLst>
            </p:cNvPr>
            <p:cNvSpPr/>
            <p:nvPr/>
          </p:nvSpPr>
          <p:spPr>
            <a:xfrm>
              <a:off x="4429761" y="1585658"/>
              <a:ext cx="2025226" cy="2618163"/>
            </a:xfrm>
            <a:prstGeom prst="roundRect">
              <a:avLst>
                <a:gd name="adj" fmla="val 2299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233117A4-17AA-CCBA-8C2C-99C3415B0A51}"/>
                </a:ext>
              </a:extLst>
            </p:cNvPr>
            <p:cNvSpPr/>
            <p:nvPr/>
          </p:nvSpPr>
          <p:spPr>
            <a:xfrm>
              <a:off x="4702180" y="1206289"/>
              <a:ext cx="1446116" cy="616915"/>
            </a:xfrm>
            <a:prstGeom prst="roundRect">
              <a:avLst>
                <a:gd name="adj" fmla="val 27044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B11965A4-C614-91FE-D0D2-693C35FD1B29}"/>
                </a:ext>
              </a:extLst>
            </p:cNvPr>
            <p:cNvSpPr/>
            <p:nvPr/>
          </p:nvSpPr>
          <p:spPr>
            <a:xfrm>
              <a:off x="4646506" y="2249307"/>
              <a:ext cx="1277249" cy="161752"/>
            </a:xfrm>
            <a:prstGeom prst="roundRect">
              <a:avLst>
                <a:gd name="adj" fmla="val 27044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5E3BC063-ADE4-7414-233B-4151F17C7B5E}"/>
                </a:ext>
              </a:extLst>
            </p:cNvPr>
            <p:cNvSpPr/>
            <p:nvPr/>
          </p:nvSpPr>
          <p:spPr>
            <a:xfrm>
              <a:off x="4645131" y="2648069"/>
              <a:ext cx="1277249" cy="161752"/>
            </a:xfrm>
            <a:prstGeom prst="roundRect">
              <a:avLst>
                <a:gd name="adj" fmla="val 27044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0D61AC30-1282-F7CE-B674-7A86D4299F42}"/>
                </a:ext>
              </a:extLst>
            </p:cNvPr>
            <p:cNvSpPr/>
            <p:nvPr/>
          </p:nvSpPr>
          <p:spPr>
            <a:xfrm>
              <a:off x="4645130" y="3046831"/>
              <a:ext cx="1277249" cy="161752"/>
            </a:xfrm>
            <a:prstGeom prst="roundRect">
              <a:avLst>
                <a:gd name="adj" fmla="val 27044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30588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</Words>
  <Application>Microsoft Office PowerPoint</Application>
  <PresentationFormat>ワイド画面</PresentationFormat>
  <Paragraphs>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CaskaydiaCove NF</vt:lpstr>
      <vt:lpstr>Office テーマ</vt:lpstr>
      <vt:lpstr>screenshot</vt:lpstr>
      <vt:lpstr>PowerPoint プレゼンテーション</vt:lpstr>
      <vt:lpstr>PowerPoint プレゼンテーション</vt:lpstr>
      <vt:lpstr>material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Takahiro Nagata</dc:creator>
  <cp:lastModifiedBy>Takahiro Nagata</cp:lastModifiedBy>
  <cp:revision>15</cp:revision>
  <dcterms:created xsi:type="dcterms:W3CDTF">2026-03-07T12:36:27Z</dcterms:created>
  <dcterms:modified xsi:type="dcterms:W3CDTF">2026-03-08T07:06:02Z</dcterms:modified>
</cp:coreProperties>
</file>