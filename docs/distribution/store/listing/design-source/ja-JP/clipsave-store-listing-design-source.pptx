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2" r:id="rId3"/>
    <p:sldId id="267" r:id="rId4"/>
    <p:sldId id="266" r:id="rId5"/>
    <p:sldId id="257" r:id="rId6"/>
    <p:sldId id="258" r:id="rId7"/>
    <p:sldId id="260" r:id="rId8"/>
    <p:sldId id="261" r:id="rId9"/>
    <p:sldId id="26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 autoAdjust="0"/>
    <p:restoredTop sz="94660"/>
  </p:normalViewPr>
  <p:slideViewPr>
    <p:cSldViewPr snapToGrid="0">
      <p:cViewPr>
        <p:scale>
          <a:sx n="100" d="100"/>
          <a:sy n="100" d="100"/>
        </p:scale>
        <p:origin x="113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0D0C1-6649-C062-A1C3-1DADF4EFB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628C1E-288A-E5FD-F9E1-816A7C740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AE64F4-F2CF-4763-DD14-A4E6BA72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BAB8F2-B2E9-F4BA-DF01-4F971835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211008-9956-FAEE-BE5F-AFEEC023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86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7A43D1-A965-9FBA-313E-E1AA3571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FD7C24-F362-0D8D-6398-3772C410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6F98FB-6F2A-2544-B3E1-8710DBC3D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38AE6D-B7A7-42F2-BA22-3BE8BD98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B7AFC0-4D7A-2F52-CED2-9B1BAA34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45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23CB01-99DA-182D-EE8E-C2BA7803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399EF2-DE87-CC2E-490A-E888A5CE5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3F3D93-023B-5745-B9B9-F12E971D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FCFF77-1149-5A66-9EF0-541E1E69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6172D4-87D1-BC46-B5F6-3A5B3BE0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2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AD03A5-36BC-E455-12E6-FF64BB35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5C1455-EE43-B264-920A-EF1CC9FF8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48E99B-4986-B384-D7E3-E16F37952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416CC1-7228-C33F-58B9-C163B3A1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FF3048-5A56-32ED-BA2F-F7BADD68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D183E2-9E72-3F19-231A-442CE61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96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0C4B0-67E7-D380-25C1-BADE9003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D46613-BB22-C35E-ECB7-34FCCB318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6E3003-AEC2-91DA-8411-34A4D6B39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8896BA-1B75-A44C-6B0A-AF2A24DA0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6226F4-5F00-D473-F51C-2C2D66161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ADE333-DAB8-FA72-5D5D-BC86EBD8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728864-EDA1-34EF-AE74-278B3BC6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97BF67-915E-2C19-0577-E37D9038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42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F7455A-AB50-8137-7BB4-48157829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AEB8FE-85F1-D9C4-1C4F-53644A80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81340D-9E04-A09F-1191-82E00EC8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9BB0D18-7614-D353-6EF2-EE37EA8A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22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E4CF52-4065-BA49-73C4-47FBD654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03F065-C6DF-9FEA-A99D-C5FD886E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607CED-F9CC-5C08-202E-3931205D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61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25BD1-65EE-85D0-9322-32C950D6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3C73E4-62CF-67C2-C957-C3FBBAE87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BD6BCA-3B3A-E886-D91B-9DBAB7E95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5A6831-339A-B2F1-6F12-FFF66F1E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E192F9-CDF7-B9E8-E38C-0D720646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522E9A-38A1-3B52-6997-753B80DD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70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D0D847-9A50-A8CE-5C3E-C42AFE62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431702-DBFB-D4F7-6C2B-0FBA6F28A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99C3A9-5FB3-AB37-FF21-0B072E296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A4005A-DA09-960A-7FB4-3AEDE9435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A578E7-FBFB-C462-D8C6-A9A2D816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03C134-0537-A8CE-EFB2-A7B63CE2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4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C121C-A8CB-D8C4-99B4-77499CF9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D0E7DC-D2C3-581C-F03C-6BD0A4906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AF32B2-848D-3220-2923-2006482B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979D1C-A9BF-8726-4484-A675EF74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D7238A-E4A6-52E7-4349-5A7EC1A7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37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4BB4F6-C665-4BFD-9FB6-CFE2CE4DA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1A3D5E-0E1A-C64B-3DD2-1864237A0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12D946-8B6B-C072-28A9-AD4C14BA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1638DD-256E-2043-42EA-55A2C9B8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C04E20-F476-B387-3343-69A28969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37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8377A93-E6BD-8F24-A6A8-A094206B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7712BA-54E1-78EA-DE73-84774C26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79BF3-8DF2-F13E-D4EB-8ED20BF13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8336C7-439B-F9AF-F88B-568EC4518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CC0EF8-BBDB-6B14-039F-E4189396D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32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74321-860E-3052-4238-C0B95243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スクリーンショット</a:t>
            </a:r>
          </a:p>
        </p:txBody>
      </p:sp>
    </p:spTree>
    <p:extLst>
      <p:ext uri="{BB962C8B-B14F-4D97-AF65-F5344CB8AC3E}">
        <p14:creationId xmlns:p14="http://schemas.microsoft.com/office/powerpoint/2010/main" val="280848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9B1445C-D7B0-54C7-56DD-D6B7B1669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25" y="688790"/>
            <a:ext cx="3676858" cy="245942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958262C-F53B-B979-EB4E-A3B3A3F4D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767" y="688790"/>
            <a:ext cx="3683012" cy="245942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68BE369-F281-AC47-926B-BA5EE8014F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723"/>
          <a:stretch>
            <a:fillRect/>
          </a:stretch>
        </p:blipFill>
        <p:spPr>
          <a:xfrm>
            <a:off x="3011031" y="3993112"/>
            <a:ext cx="6078497" cy="2575395"/>
          </a:xfrm>
          <a:prstGeom prst="rect">
            <a:avLst/>
          </a:prstGeom>
        </p:spPr>
      </p:pic>
      <p:sp>
        <p:nvSpPr>
          <p:cNvPr id="14" name="矢印: 下 13">
            <a:extLst>
              <a:ext uri="{FF2B5EF4-FFF2-40B4-BE49-F238E27FC236}">
                <a16:creationId xmlns:a16="http://schemas.microsoft.com/office/drawing/2014/main" id="{8101D2DC-6E58-D33E-FD08-78FAFE4A396B}"/>
              </a:ext>
            </a:extLst>
          </p:cNvPr>
          <p:cNvSpPr/>
          <p:nvPr/>
        </p:nvSpPr>
        <p:spPr>
          <a:xfrm>
            <a:off x="5501126" y="2951026"/>
            <a:ext cx="1206253" cy="1654104"/>
          </a:xfrm>
          <a:prstGeom prst="downArrow">
            <a:avLst>
              <a:gd name="adj1" fmla="val 50000"/>
              <a:gd name="adj2" fmla="val 2912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69A88C5-1422-82F0-C3EC-646BCC70E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763" y="693683"/>
            <a:ext cx="3639050" cy="2454527"/>
          </a:xfrm>
          <a:prstGeom prst="rect">
            <a:avLst/>
          </a:prstGeom>
        </p:spPr>
      </p:pic>
      <p:pic>
        <p:nvPicPr>
          <p:cNvPr id="1026" name="Picture 2" descr="ファイル タイプ powerpoint の アイコン">
            <a:extLst>
              <a:ext uri="{FF2B5EF4-FFF2-40B4-BE49-F238E27FC236}">
                <a16:creationId xmlns:a16="http://schemas.microsoft.com/office/drawing/2014/main" id="{65AF880E-10EC-E66D-777A-341DF5D31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888" y="688790"/>
            <a:ext cx="868895" cy="86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15E411B-7D77-B2A8-37BB-F7334EB07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022" y="750275"/>
            <a:ext cx="745924" cy="74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E59B69C-2C4F-D716-F684-37C1D7232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339" y="738393"/>
            <a:ext cx="695316" cy="69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度付き 11">
            <a:extLst>
              <a:ext uri="{FF2B5EF4-FFF2-40B4-BE49-F238E27FC236}">
                <a16:creationId xmlns:a16="http://schemas.microsoft.com/office/drawing/2014/main" id="{26E20871-6A10-8E8D-2D62-10138B622CF7}"/>
              </a:ext>
            </a:extLst>
          </p:cNvPr>
          <p:cNvSpPr/>
          <p:nvPr/>
        </p:nvSpPr>
        <p:spPr>
          <a:xfrm>
            <a:off x="3670670" y="3210447"/>
            <a:ext cx="1434136" cy="639309"/>
          </a:xfrm>
          <a:prstGeom prst="beve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skaydiaCove NF" panose="02000009000000000000" pitchFamily="50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Ctrl</a:t>
            </a:r>
            <a:endParaRPr kumimoji="1" lang="ja-JP" altLang="en-US" sz="2000" dirty="0">
              <a:solidFill>
                <a:schemeClr val="tx1"/>
              </a:solidFill>
              <a:latin typeface="CaskaydiaCove NF" panose="02000009000000000000" pitchFamily="50" charset="0"/>
              <a:cs typeface="CaskaydiaCove NF" panose="02000009000000000000" pitchFamily="50" charset="0"/>
            </a:endParaRPr>
          </a:p>
        </p:txBody>
      </p:sp>
      <p:sp>
        <p:nvSpPr>
          <p:cNvPr id="13" name="四角形: 角度付き 12">
            <a:extLst>
              <a:ext uri="{FF2B5EF4-FFF2-40B4-BE49-F238E27FC236}">
                <a16:creationId xmlns:a16="http://schemas.microsoft.com/office/drawing/2014/main" id="{EBD813DA-F444-5501-2442-E3410A9C34AB}"/>
              </a:ext>
            </a:extLst>
          </p:cNvPr>
          <p:cNvSpPr/>
          <p:nvPr/>
        </p:nvSpPr>
        <p:spPr>
          <a:xfrm>
            <a:off x="5336582" y="3210447"/>
            <a:ext cx="1544078" cy="639309"/>
          </a:xfrm>
          <a:prstGeom prst="beve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skaydiaCove NF" panose="02000009000000000000" pitchFamily="50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Shift</a:t>
            </a:r>
            <a:endParaRPr kumimoji="1" lang="ja-JP" altLang="en-US" sz="2000" dirty="0">
              <a:solidFill>
                <a:schemeClr val="tx1"/>
              </a:solidFill>
              <a:latin typeface="CaskaydiaCove NF" panose="02000009000000000000" pitchFamily="50" charset="0"/>
              <a:cs typeface="CaskaydiaCove NF" panose="02000009000000000000" pitchFamily="50" charset="0"/>
            </a:endParaRPr>
          </a:p>
        </p:txBody>
      </p:sp>
      <p:sp>
        <p:nvSpPr>
          <p:cNvPr id="15" name="四角形: 角度付き 14">
            <a:extLst>
              <a:ext uri="{FF2B5EF4-FFF2-40B4-BE49-F238E27FC236}">
                <a16:creationId xmlns:a16="http://schemas.microsoft.com/office/drawing/2014/main" id="{6887090B-5D87-B060-2DB9-90A7AC69727E}"/>
              </a:ext>
            </a:extLst>
          </p:cNvPr>
          <p:cNvSpPr/>
          <p:nvPr/>
        </p:nvSpPr>
        <p:spPr>
          <a:xfrm>
            <a:off x="7094706" y="3230573"/>
            <a:ext cx="898669" cy="639309"/>
          </a:xfrm>
          <a:prstGeom prst="beve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skaydiaCove NF" panose="02000009000000000000" pitchFamily="50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V</a:t>
            </a:r>
            <a:endParaRPr kumimoji="1" lang="ja-JP" altLang="en-US" sz="2000" dirty="0">
              <a:solidFill>
                <a:schemeClr val="tx1"/>
              </a:solidFill>
              <a:latin typeface="CaskaydiaCove NF" panose="02000009000000000000" pitchFamily="50" charset="0"/>
              <a:cs typeface="CaskaydiaCove NF" panose="02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64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80C71BC-EF1B-7011-E545-2423A5FE60D0}"/>
              </a:ext>
            </a:extLst>
          </p:cNvPr>
          <p:cNvGrpSpPr/>
          <p:nvPr/>
        </p:nvGrpSpPr>
        <p:grpSpPr>
          <a:xfrm>
            <a:off x="4347707" y="4226761"/>
            <a:ext cx="3703983" cy="563050"/>
            <a:chOff x="4634727" y="4000701"/>
            <a:chExt cx="3703983" cy="56305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84990F8-21DF-0141-5140-B43A9227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242" t="49483" r="8732"/>
            <a:stretch>
              <a:fillRect/>
            </a:stretch>
          </p:blipFill>
          <p:spPr>
            <a:xfrm>
              <a:off x="4634727" y="4000701"/>
              <a:ext cx="3703983" cy="56305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011AE828-B523-FC43-B756-777FB5E4E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4353" t="61054" r="8732" b="24823"/>
            <a:stretch>
              <a:fillRect/>
            </a:stretch>
          </p:blipFill>
          <p:spPr>
            <a:xfrm>
              <a:off x="7880494" y="4282226"/>
              <a:ext cx="452120" cy="198334"/>
            </a:xfrm>
            <a:prstGeom prst="rect">
              <a:avLst/>
            </a:prstGeom>
          </p:spPr>
        </p:pic>
      </p:grp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71A0D5DB-5DCD-DC8B-D5ED-50177265688A}"/>
              </a:ext>
            </a:extLst>
          </p:cNvPr>
          <p:cNvSpPr/>
          <p:nvPr/>
        </p:nvSpPr>
        <p:spPr>
          <a:xfrm rot="10800000">
            <a:off x="4734449" y="1666888"/>
            <a:ext cx="2847592" cy="2606245"/>
          </a:xfrm>
          <a:custGeom>
            <a:avLst/>
            <a:gdLst>
              <a:gd name="csX0" fmla="*/ 3060131 w 3436883"/>
              <a:gd name="csY0" fmla="*/ 2606245 h 2606245"/>
              <a:gd name="csX1" fmla="*/ 376752 w 3436883"/>
              <a:gd name="csY1" fmla="*/ 2606245 h 2606245"/>
              <a:gd name="csX2" fmla="*/ 0 w 3436883"/>
              <a:gd name="csY2" fmla="*/ 2229493 h 2606245"/>
              <a:gd name="csX3" fmla="*/ 0 w 3436883"/>
              <a:gd name="csY3" fmla="*/ 722487 h 2606245"/>
              <a:gd name="csX4" fmla="*/ 376752 w 3436883"/>
              <a:gd name="csY4" fmla="*/ 345735 h 2606245"/>
              <a:gd name="csX5" fmla="*/ 1553892 w 3436883"/>
              <a:gd name="csY5" fmla="*/ 345735 h 2606245"/>
              <a:gd name="csX6" fmla="*/ 2138229 w 3436883"/>
              <a:gd name="csY6" fmla="*/ 0 h 2606245"/>
              <a:gd name="csX7" fmla="*/ 2722566 w 3436883"/>
              <a:gd name="csY7" fmla="*/ 345735 h 2606245"/>
              <a:gd name="csX8" fmla="*/ 3060131 w 3436883"/>
              <a:gd name="csY8" fmla="*/ 345735 h 2606245"/>
              <a:gd name="csX9" fmla="*/ 3436883 w 3436883"/>
              <a:gd name="csY9" fmla="*/ 722487 h 2606245"/>
              <a:gd name="csX10" fmla="*/ 3436883 w 3436883"/>
              <a:gd name="csY10" fmla="*/ 2229493 h 2606245"/>
              <a:gd name="csX11" fmla="*/ 3060131 w 3436883"/>
              <a:gd name="csY11" fmla="*/ 2606245 h 2606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36883" h="2606245">
                <a:moveTo>
                  <a:pt x="3060131" y="2606245"/>
                </a:moveTo>
                <a:lnTo>
                  <a:pt x="376752" y="2606245"/>
                </a:lnTo>
                <a:cubicBezTo>
                  <a:pt x="168678" y="2606245"/>
                  <a:pt x="0" y="2437567"/>
                  <a:pt x="0" y="2229493"/>
                </a:cubicBezTo>
                <a:lnTo>
                  <a:pt x="0" y="722487"/>
                </a:lnTo>
                <a:cubicBezTo>
                  <a:pt x="0" y="514413"/>
                  <a:pt x="168678" y="345735"/>
                  <a:pt x="376752" y="345735"/>
                </a:cubicBezTo>
                <a:lnTo>
                  <a:pt x="1553892" y="345735"/>
                </a:lnTo>
                <a:lnTo>
                  <a:pt x="2138229" y="0"/>
                </a:lnTo>
                <a:lnTo>
                  <a:pt x="2722566" y="345735"/>
                </a:lnTo>
                <a:lnTo>
                  <a:pt x="3060131" y="345735"/>
                </a:lnTo>
                <a:cubicBezTo>
                  <a:pt x="3268205" y="345735"/>
                  <a:pt x="3436883" y="514413"/>
                  <a:pt x="3436883" y="722487"/>
                </a:cubicBezTo>
                <a:lnTo>
                  <a:pt x="3436883" y="2229493"/>
                </a:lnTo>
                <a:cubicBezTo>
                  <a:pt x="3436883" y="2437567"/>
                  <a:pt x="3268205" y="2606245"/>
                  <a:pt x="3060131" y="260624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E1311BE-7C56-3E68-9E11-E3F87E38D46B}"/>
              </a:ext>
            </a:extLst>
          </p:cNvPr>
          <p:cNvGrpSpPr/>
          <p:nvPr/>
        </p:nvGrpSpPr>
        <p:grpSpPr>
          <a:xfrm>
            <a:off x="5540437" y="2212781"/>
            <a:ext cx="1270362" cy="1320099"/>
            <a:chOff x="4121445" y="1206289"/>
            <a:chExt cx="3648932" cy="3791793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F4F98F71-3F3C-A18F-2D20-A2B7C7D96FF1}"/>
                </a:ext>
              </a:extLst>
            </p:cNvPr>
            <p:cNvSpPr/>
            <p:nvPr/>
          </p:nvSpPr>
          <p:spPr>
            <a:xfrm rot="20336448">
              <a:off x="5419062" y="2438237"/>
              <a:ext cx="2351315" cy="255984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A6AEF11D-C699-1BA6-5C68-27BDF404BFB1}"/>
                </a:ext>
              </a:extLst>
            </p:cNvPr>
            <p:cNvSpPr/>
            <p:nvPr/>
          </p:nvSpPr>
          <p:spPr>
            <a:xfrm rot="549115">
              <a:off x="4121445" y="1993450"/>
              <a:ext cx="2351315" cy="2630928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2B494A1A-A206-0BD9-DF2C-85EB4E811D33}"/>
                </a:ext>
              </a:extLst>
            </p:cNvPr>
            <p:cNvSpPr/>
            <p:nvPr/>
          </p:nvSpPr>
          <p:spPr>
            <a:xfrm>
              <a:off x="4208744" y="1363702"/>
              <a:ext cx="2458278" cy="3062079"/>
            </a:xfrm>
            <a:prstGeom prst="roundRect">
              <a:avLst>
                <a:gd name="adj" fmla="val 2704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2A36C2D0-17E5-62C1-0DFC-2258803A7B51}"/>
                </a:ext>
              </a:extLst>
            </p:cNvPr>
            <p:cNvSpPr/>
            <p:nvPr/>
          </p:nvSpPr>
          <p:spPr>
            <a:xfrm>
              <a:off x="4429761" y="1585658"/>
              <a:ext cx="2025226" cy="2618163"/>
            </a:xfrm>
            <a:prstGeom prst="roundRect">
              <a:avLst>
                <a:gd name="adj" fmla="val 2299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33117A4-17AA-CCBA-8C2C-99C3415B0A51}"/>
                </a:ext>
              </a:extLst>
            </p:cNvPr>
            <p:cNvSpPr/>
            <p:nvPr/>
          </p:nvSpPr>
          <p:spPr>
            <a:xfrm>
              <a:off x="4702180" y="1206289"/>
              <a:ext cx="1446116" cy="61691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1965A4-C614-91FE-D0D2-693C35FD1B29}"/>
                </a:ext>
              </a:extLst>
            </p:cNvPr>
            <p:cNvSpPr/>
            <p:nvPr/>
          </p:nvSpPr>
          <p:spPr>
            <a:xfrm>
              <a:off x="4646506" y="2249307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5E3BC063-ADE4-7414-233B-4151F17C7B5E}"/>
                </a:ext>
              </a:extLst>
            </p:cNvPr>
            <p:cNvSpPr/>
            <p:nvPr/>
          </p:nvSpPr>
          <p:spPr>
            <a:xfrm>
              <a:off x="4645131" y="2648069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0D61AC30-1282-F7CE-B674-7A86D4299F42}"/>
                </a:ext>
              </a:extLst>
            </p:cNvPr>
            <p:cNvSpPr/>
            <p:nvPr/>
          </p:nvSpPr>
          <p:spPr>
            <a:xfrm>
              <a:off x="4645130" y="3046831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27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0B0A-269B-7FAD-5C18-C6342E67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8C247-6B17-4BD8-E3DF-9A8CF411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素材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412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E9C94F5-7E3B-725A-A801-F58D83A88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10" y="0"/>
            <a:ext cx="10252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6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42CD1E8-EDFD-C647-F125-1E0A0D39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29" y="0"/>
            <a:ext cx="10269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9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D99382D-150C-B27F-76E9-1F7583675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0"/>
            <a:ext cx="101675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8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BCE5299-A284-4039-4F20-64A37CA87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23" y="0"/>
            <a:ext cx="7976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36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42127FC7-D7EC-2144-7D51-1F4AC040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63" y="2871709"/>
            <a:ext cx="6611273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</Words>
  <Application>Microsoft Office PowerPoint</Application>
  <PresentationFormat>ワイド画面</PresentationFormat>
  <Paragraphs>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CaskaydiaCove NF</vt:lpstr>
      <vt:lpstr>Office テーマ</vt:lpstr>
      <vt:lpstr>スクリーンショット</vt:lpstr>
      <vt:lpstr>PowerPoint プレゼンテーション</vt:lpstr>
      <vt:lpstr>PowerPoint プレゼンテーション</vt:lpstr>
      <vt:lpstr>素材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Takahiro Nagata</dc:creator>
  <cp:lastModifiedBy>Takahiro Nagata</cp:lastModifiedBy>
  <cp:revision>16</cp:revision>
  <dcterms:created xsi:type="dcterms:W3CDTF">2026-03-07T12:36:27Z</dcterms:created>
  <dcterms:modified xsi:type="dcterms:W3CDTF">2026-03-08T07:05:29Z</dcterms:modified>
</cp:coreProperties>
</file>