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65" r:id="rId2"/>
    <p:sldId id="262" r:id="rId3"/>
    <p:sldId id="267" r:id="rId4"/>
    <p:sldId id="266" r:id="rId5"/>
    <p:sldId id="257" r:id="rId6"/>
    <p:sldId id="258" r:id="rId7"/>
    <p:sldId id="260" r:id="rId8"/>
    <p:sldId id="261" r:id="rId9"/>
    <p:sldId id="268" r:id="rId10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987" autoAdjust="0"/>
    <p:restoredTop sz="94660"/>
  </p:normalViewPr>
  <p:slideViewPr>
    <p:cSldViewPr snapToGrid="0">
      <p:cViewPr>
        <p:scale>
          <a:sx n="125" d="100"/>
          <a:sy n="125" d="100"/>
        </p:scale>
        <p:origin x="178" y="-221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4B0D0C1-6649-C062-A1C3-1DADF4EFB06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7C628C1E-288A-E5FD-F9E1-816A7C740DB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4EAE64F4-F2CF-4763-DD14-A4E6BA7219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D3C7F6-BF65-453D-9C87-5BA16A0A8437}" type="datetimeFigureOut">
              <a:rPr kumimoji="1" lang="ja-JP" altLang="en-US" smtClean="0"/>
              <a:t>2026/3/12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B1BAB8F2-B2E9-F4BA-DF01-4F97183551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A7211008-9956-FAEE-BE5F-AFEEC023E1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C9E836-E503-407D-8EA9-5F67F6DDD24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91086896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87A43D1-A965-9FBA-313E-E1AA35712E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7BFD7C24-F362-0D8D-6398-3772C41046E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BF6F98FB-6F2A-2544-B3E1-8710DBC3DF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D3C7F6-BF65-453D-9C87-5BA16A0A8437}" type="datetimeFigureOut">
              <a:rPr kumimoji="1" lang="ja-JP" altLang="en-US" smtClean="0"/>
              <a:t>2026/3/12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AA38AE6D-B7A7-42F2-BA22-3BE8BD98F7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0B7AFC0-4D7A-2F52-CED2-9B1BAA3429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C9E836-E503-407D-8EA9-5F67F6DDD24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81945853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E23CB01-99DA-182D-EE8E-C2BA7803DB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DA399EF2-DE87-CC2E-490A-E888A5CE53E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0E3F3D93-023B-5745-B9B9-F12E971D98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D3C7F6-BF65-453D-9C87-5BA16A0A8437}" type="datetimeFigureOut">
              <a:rPr kumimoji="1" lang="ja-JP" altLang="en-US" smtClean="0"/>
              <a:t>2026/3/12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30FCFF77-1149-5A66-9EF0-541E1E6997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AC6172D4-87D1-BC46-B5F6-3A5B3BE0CF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C9E836-E503-407D-8EA9-5F67F6DDD24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9592757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2AD03A5-36BC-E455-12E6-FF64BB35C1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855C1455-EE43-B264-920A-EF1CC9FF85F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9548E99B-4986-B384-D7E3-E16F3795276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A2416CC1-7228-C33F-58B9-C163B3A181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D3C7F6-BF65-453D-9C87-5BA16A0A8437}" type="datetimeFigureOut">
              <a:rPr kumimoji="1" lang="ja-JP" altLang="en-US" smtClean="0"/>
              <a:t>2026/3/12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C7FF3048-5A56-32ED-BA2F-F7BADD6853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25D183E2-9E72-3F19-231A-442CE61852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C9E836-E503-407D-8EA9-5F67F6DDD24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07996826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BD0C4B0-67E7-D380-25C1-BADE900369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8AD46613-BB22-C35E-ECB7-34FCCB3185C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756E3003-AEC2-91DA-8411-34A4D6B3956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C08896BA-1B75-A44C-6B0A-AF2A24DA047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086226F4-5F00-D473-F51C-2C2D661615B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5BADE333-DAB8-FA72-5D5D-BC86EBD8F5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D3C7F6-BF65-453D-9C87-5BA16A0A8437}" type="datetimeFigureOut">
              <a:rPr kumimoji="1" lang="ja-JP" altLang="en-US" smtClean="0"/>
              <a:t>2026/3/12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92728864-EDA1-34EF-AE74-278B3BC6CB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3797BF67-915E-2C19-0577-E37D90387F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C9E836-E503-407D-8EA9-5F67F6DDD24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50042329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7F7455A-AB50-8137-7BB4-48157829A1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A7AEB8FE-85F1-D9C4-1C4F-53644A8053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D3C7F6-BF65-453D-9C87-5BA16A0A8437}" type="datetimeFigureOut">
              <a:rPr kumimoji="1" lang="ja-JP" altLang="en-US" smtClean="0"/>
              <a:t>2026/3/12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5881340D-9E04-A09F-1191-82E00EC8CD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E9BB0D18-7614-D353-6EF2-EE37EA8AB5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C9E836-E503-407D-8EA9-5F67F6DDD24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02622967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24E4CF52-4065-BA49-73C4-47FBD654C7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D3C7F6-BF65-453D-9C87-5BA16A0A8437}" type="datetimeFigureOut">
              <a:rPr kumimoji="1" lang="ja-JP" altLang="en-US" smtClean="0"/>
              <a:t>2026/3/12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6A03F065-C6DF-9FEA-A99D-C5FD886EB6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DE607CED-F9CC-5C08-202E-3931205D4B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C9E836-E503-407D-8EA9-5F67F6DDD24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60561913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C225BD1-65EE-85D0-9322-32C950D67B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BA3C73E4-62CF-67C2-C957-C3FBBAE87F8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CBBD6BCA-3B3A-E886-D91B-9DBAB7E955A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2B5A6831-339A-B2F1-6F12-FFF66F1E3B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D3C7F6-BF65-453D-9C87-5BA16A0A8437}" type="datetimeFigureOut">
              <a:rPr kumimoji="1" lang="ja-JP" altLang="en-US" smtClean="0"/>
              <a:t>2026/3/12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8EE192F9-CDF7-B9E8-E38C-0D7206467E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E0522E9A-38A1-3B52-6997-753B80DD99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C9E836-E503-407D-8EA9-5F67F6DDD24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33370833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AD0D847-9A50-A8CE-5C3E-C42AFE6281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8F431702-DBFB-D4F7-6C2B-0FBA6F28A44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4299C3A9-5FB3-AB37-FF21-0B072E296EF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44A4005A-DA09-960A-7FB4-3AEDE94356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D3C7F6-BF65-453D-9C87-5BA16A0A8437}" type="datetimeFigureOut">
              <a:rPr kumimoji="1" lang="ja-JP" altLang="en-US" smtClean="0"/>
              <a:t>2026/3/12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B6A578E7-FBFB-C462-D8C6-A9A2D816B6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E303C134-0537-A8CE-EFB2-A7B63CE2FE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C9E836-E503-407D-8EA9-5F67F6DDD24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5204300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C8C121C-A8CB-D8C4-99B4-77499CF9B8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89D0E7DC-D2C3-581C-F03C-6BD0A490629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2AAF32B2-848D-3220-2923-2006482B44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D3C7F6-BF65-453D-9C87-5BA16A0A8437}" type="datetimeFigureOut">
              <a:rPr kumimoji="1" lang="ja-JP" altLang="en-US" smtClean="0"/>
              <a:t>2026/3/12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E979D1C-A9BF-8726-4484-A675EF7434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C9D7238A-E4A6-52E7-4349-5A7EC1A7DF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C9E836-E503-407D-8EA9-5F67F6DDD24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70637887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634BB4F6-C665-4BFD-9FB6-CFE2CE4DAD6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D61A3D5E-0E1A-C64B-3DD2-1864237A0E0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0B12D946-8B6B-C072-28A9-AD4C14BA6D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D3C7F6-BF65-453D-9C87-5BA16A0A8437}" type="datetimeFigureOut">
              <a:rPr kumimoji="1" lang="ja-JP" altLang="en-US" smtClean="0"/>
              <a:t>2026/3/12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EB1638DD-256E-2043-42EA-55A2C9B814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60C04E20-F476-B387-3343-69A28969BE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C9E836-E503-407D-8EA9-5F67F6DDD24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73637747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48377A93-E6BD-8F24-A6A8-A094206BFF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B37712BA-54E1-78EA-DE73-84774C26FD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78179BF3-8DF2-F13E-D4EB-8ED20BF13BC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6D3C7F6-BF65-453D-9C87-5BA16A0A8437}" type="datetimeFigureOut">
              <a:rPr kumimoji="1" lang="ja-JP" altLang="en-US" smtClean="0"/>
              <a:t>2026/3/12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6C8336C7-439B-F9AF-F88B-568EC451879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40CC0EF8-BBDB-6B14-039F-E4189396D07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2C9E836-E503-407D-8EA9-5F67F6DDD24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79432654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DC74321-860E-3052-4238-C0B9524398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/>
              <a:t>スクリーンショット</a:t>
            </a:r>
          </a:p>
        </p:txBody>
      </p:sp>
    </p:spTree>
    <p:extLst>
      <p:ext uri="{BB962C8B-B14F-4D97-AF65-F5344CB8AC3E}">
        <p14:creationId xmlns:p14="http://schemas.microsoft.com/office/powerpoint/2010/main" val="280848661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グループ化 10">
            <a:extLst>
              <a:ext uri="{FF2B5EF4-FFF2-40B4-BE49-F238E27FC236}">
                <a16:creationId xmlns:a16="http://schemas.microsoft.com/office/drawing/2014/main" id="{8D13B0A4-7592-E149-96BB-E778E4731FD6}"/>
              </a:ext>
            </a:extLst>
          </p:cNvPr>
          <p:cNvGrpSpPr/>
          <p:nvPr/>
        </p:nvGrpSpPr>
        <p:grpSpPr>
          <a:xfrm>
            <a:off x="3011031" y="3993112"/>
            <a:ext cx="6078497" cy="2575395"/>
            <a:chOff x="3011031" y="3993112"/>
            <a:chExt cx="6078497" cy="2575395"/>
          </a:xfrm>
        </p:grpSpPr>
        <p:pic>
          <p:nvPicPr>
            <p:cNvPr id="6" name="図 5">
              <a:extLst>
                <a:ext uri="{FF2B5EF4-FFF2-40B4-BE49-F238E27FC236}">
                  <a16:creationId xmlns:a16="http://schemas.microsoft.com/office/drawing/2014/main" id="{568BE369-F281-AC47-926B-BA5EE8014F1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b="50723"/>
            <a:stretch>
              <a:fillRect/>
            </a:stretch>
          </p:blipFill>
          <p:spPr>
            <a:xfrm>
              <a:off x="3011031" y="3993112"/>
              <a:ext cx="6078497" cy="2575395"/>
            </a:xfrm>
            <a:prstGeom prst="rect">
              <a:avLst/>
            </a:prstGeom>
          </p:spPr>
        </p:pic>
        <p:pic>
          <p:nvPicPr>
            <p:cNvPr id="10" name="図 9">
              <a:extLst>
                <a:ext uri="{FF2B5EF4-FFF2-40B4-BE49-F238E27FC236}">
                  <a16:creationId xmlns:a16="http://schemas.microsoft.com/office/drawing/2014/main" id="{6D18DDCA-E137-6479-58FE-1CD52423F07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7176303" y="5617639"/>
              <a:ext cx="314369" cy="219106"/>
            </a:xfrm>
            <a:prstGeom prst="rect">
              <a:avLst/>
            </a:prstGeom>
          </p:spPr>
        </p:pic>
      </p:grpSp>
      <p:pic>
        <p:nvPicPr>
          <p:cNvPr id="4" name="図 3">
            <a:extLst>
              <a:ext uri="{FF2B5EF4-FFF2-40B4-BE49-F238E27FC236}">
                <a16:creationId xmlns:a16="http://schemas.microsoft.com/office/drawing/2014/main" id="{79B1445C-D7B0-54C7-56DD-D6B7B16691B1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5455"/>
          <a:stretch>
            <a:fillRect/>
          </a:stretch>
        </p:blipFill>
        <p:spPr>
          <a:xfrm>
            <a:off x="450925" y="789897"/>
            <a:ext cx="3676858" cy="2325249"/>
          </a:xfrm>
          <a:prstGeom prst="rect">
            <a:avLst/>
          </a:prstGeom>
        </p:spPr>
      </p:pic>
      <p:pic>
        <p:nvPicPr>
          <p:cNvPr id="5" name="図 4">
            <a:extLst>
              <a:ext uri="{FF2B5EF4-FFF2-40B4-BE49-F238E27FC236}">
                <a16:creationId xmlns:a16="http://schemas.microsoft.com/office/drawing/2014/main" id="{9958262C-F53B-B979-EB4E-A3B3A3F4D9A8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t="4216"/>
          <a:stretch>
            <a:fillRect/>
          </a:stretch>
        </p:blipFill>
        <p:spPr>
          <a:xfrm>
            <a:off x="4337688" y="794003"/>
            <a:ext cx="3628937" cy="2321143"/>
          </a:xfrm>
          <a:prstGeom prst="rect">
            <a:avLst/>
          </a:prstGeom>
        </p:spPr>
      </p:pic>
      <p:sp>
        <p:nvSpPr>
          <p:cNvPr id="14" name="矢印: 下 13">
            <a:extLst>
              <a:ext uri="{FF2B5EF4-FFF2-40B4-BE49-F238E27FC236}">
                <a16:creationId xmlns:a16="http://schemas.microsoft.com/office/drawing/2014/main" id="{8101D2DC-6E58-D33E-FD08-78FAFE4A396B}"/>
              </a:ext>
            </a:extLst>
          </p:cNvPr>
          <p:cNvSpPr/>
          <p:nvPr/>
        </p:nvSpPr>
        <p:spPr>
          <a:xfrm>
            <a:off x="5501126" y="2951026"/>
            <a:ext cx="1206253" cy="1654104"/>
          </a:xfrm>
          <a:prstGeom prst="downArrow">
            <a:avLst>
              <a:gd name="adj1" fmla="val 50000"/>
              <a:gd name="adj2" fmla="val 29126"/>
            </a:avLst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7" name="図 6">
            <a:extLst>
              <a:ext uri="{FF2B5EF4-FFF2-40B4-BE49-F238E27FC236}">
                <a16:creationId xmlns:a16="http://schemas.microsoft.com/office/drawing/2014/main" id="{D69A88C5-1422-82F0-C3EC-646BCC70EE6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76530" y="794003"/>
            <a:ext cx="3441297" cy="2321143"/>
          </a:xfrm>
          <a:prstGeom prst="rect">
            <a:avLst/>
          </a:prstGeom>
        </p:spPr>
      </p:pic>
      <p:sp>
        <p:nvSpPr>
          <p:cNvPr id="12" name="四角形: 角度付き 11">
            <a:extLst>
              <a:ext uri="{FF2B5EF4-FFF2-40B4-BE49-F238E27FC236}">
                <a16:creationId xmlns:a16="http://schemas.microsoft.com/office/drawing/2014/main" id="{26E20871-6A10-8E8D-2D62-10138B622CF7}"/>
              </a:ext>
            </a:extLst>
          </p:cNvPr>
          <p:cNvSpPr/>
          <p:nvPr/>
        </p:nvSpPr>
        <p:spPr>
          <a:xfrm>
            <a:off x="3670670" y="3210447"/>
            <a:ext cx="1434136" cy="639309"/>
          </a:xfrm>
          <a:prstGeom prst="bevel">
            <a:avLst/>
          </a:prstGeom>
          <a:solidFill>
            <a:schemeClr val="bg2"/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2000" dirty="0">
                <a:solidFill>
                  <a:schemeClr val="tx1"/>
                </a:solidFill>
                <a:latin typeface="CaskaydiaCove NF" panose="02000009000000000000" pitchFamily="50" charset="0"/>
                <a:ea typeface="CaskaydiaCove NF" panose="02000009000000000000" pitchFamily="50" charset="0"/>
                <a:cs typeface="CaskaydiaCove NF" panose="02000009000000000000" pitchFamily="50" charset="0"/>
              </a:rPr>
              <a:t>Ctrl</a:t>
            </a:r>
            <a:endParaRPr kumimoji="1" lang="ja-JP" altLang="en-US" sz="2000" dirty="0">
              <a:solidFill>
                <a:schemeClr val="tx1"/>
              </a:solidFill>
              <a:latin typeface="CaskaydiaCove NF" panose="02000009000000000000" pitchFamily="50" charset="0"/>
              <a:cs typeface="CaskaydiaCove NF" panose="02000009000000000000" pitchFamily="50" charset="0"/>
            </a:endParaRPr>
          </a:p>
        </p:txBody>
      </p:sp>
      <p:sp>
        <p:nvSpPr>
          <p:cNvPr id="13" name="四角形: 角度付き 12">
            <a:extLst>
              <a:ext uri="{FF2B5EF4-FFF2-40B4-BE49-F238E27FC236}">
                <a16:creationId xmlns:a16="http://schemas.microsoft.com/office/drawing/2014/main" id="{EBD813DA-F444-5501-2442-E3410A9C34AB}"/>
              </a:ext>
            </a:extLst>
          </p:cNvPr>
          <p:cNvSpPr/>
          <p:nvPr/>
        </p:nvSpPr>
        <p:spPr>
          <a:xfrm>
            <a:off x="5336582" y="3210447"/>
            <a:ext cx="1544078" cy="639309"/>
          </a:xfrm>
          <a:prstGeom prst="bevel">
            <a:avLst/>
          </a:prstGeom>
          <a:solidFill>
            <a:schemeClr val="bg2"/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2000" dirty="0">
                <a:solidFill>
                  <a:schemeClr val="tx1"/>
                </a:solidFill>
                <a:latin typeface="CaskaydiaCove NF" panose="02000009000000000000" pitchFamily="50" charset="0"/>
                <a:ea typeface="CaskaydiaCove NF" panose="02000009000000000000" pitchFamily="50" charset="0"/>
                <a:cs typeface="CaskaydiaCove NF" panose="02000009000000000000" pitchFamily="50" charset="0"/>
              </a:rPr>
              <a:t>Shift</a:t>
            </a:r>
            <a:endParaRPr kumimoji="1" lang="ja-JP" altLang="en-US" sz="2000" dirty="0">
              <a:solidFill>
                <a:schemeClr val="tx1"/>
              </a:solidFill>
              <a:latin typeface="CaskaydiaCove NF" panose="02000009000000000000" pitchFamily="50" charset="0"/>
              <a:cs typeface="CaskaydiaCove NF" panose="02000009000000000000" pitchFamily="50" charset="0"/>
            </a:endParaRPr>
          </a:p>
        </p:txBody>
      </p:sp>
      <p:sp>
        <p:nvSpPr>
          <p:cNvPr id="15" name="四角形: 角度付き 14">
            <a:extLst>
              <a:ext uri="{FF2B5EF4-FFF2-40B4-BE49-F238E27FC236}">
                <a16:creationId xmlns:a16="http://schemas.microsoft.com/office/drawing/2014/main" id="{6887090B-5D87-B060-2DB9-90A7AC69727E}"/>
              </a:ext>
            </a:extLst>
          </p:cNvPr>
          <p:cNvSpPr/>
          <p:nvPr/>
        </p:nvSpPr>
        <p:spPr>
          <a:xfrm>
            <a:off x="7094706" y="3230573"/>
            <a:ext cx="898669" cy="639309"/>
          </a:xfrm>
          <a:prstGeom prst="bevel">
            <a:avLst/>
          </a:prstGeom>
          <a:solidFill>
            <a:schemeClr val="bg2"/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2000" dirty="0">
                <a:solidFill>
                  <a:schemeClr val="tx1"/>
                </a:solidFill>
                <a:latin typeface="CaskaydiaCove NF" panose="02000009000000000000" pitchFamily="50" charset="0"/>
                <a:ea typeface="CaskaydiaCove NF" panose="02000009000000000000" pitchFamily="50" charset="0"/>
                <a:cs typeface="CaskaydiaCove NF" panose="02000009000000000000" pitchFamily="50" charset="0"/>
              </a:rPr>
              <a:t>V</a:t>
            </a:r>
            <a:endParaRPr kumimoji="1" lang="ja-JP" altLang="en-US" sz="2000" dirty="0">
              <a:solidFill>
                <a:schemeClr val="tx1"/>
              </a:solidFill>
              <a:latin typeface="CaskaydiaCove NF" panose="02000009000000000000" pitchFamily="50" charset="0"/>
              <a:cs typeface="CaskaydiaCove NF" panose="02000009000000000000" pitchFamily="50" charset="0"/>
            </a:endParaRPr>
          </a:p>
        </p:txBody>
      </p:sp>
      <p:sp>
        <p:nvSpPr>
          <p:cNvPr id="25" name="正方形/長方形 24">
            <a:extLst>
              <a:ext uri="{FF2B5EF4-FFF2-40B4-BE49-F238E27FC236}">
                <a16:creationId xmlns:a16="http://schemas.microsoft.com/office/drawing/2014/main" id="{E374042D-585A-93EF-756B-F209DA2C72FE}"/>
              </a:ext>
            </a:extLst>
          </p:cNvPr>
          <p:cNvSpPr/>
          <p:nvPr/>
        </p:nvSpPr>
        <p:spPr>
          <a:xfrm>
            <a:off x="2449175" y="789897"/>
            <a:ext cx="1678608" cy="431020"/>
          </a:xfrm>
          <a:prstGeom prst="rect">
            <a:avLst/>
          </a:prstGeom>
        </p:spPr>
        <p:style>
          <a:lnRef idx="1">
            <a:schemeClr val="accent4"/>
          </a:lnRef>
          <a:fillRef idx="3">
            <a:schemeClr val="accent4"/>
          </a:fillRef>
          <a:effectRef idx="2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>
                <a:latin typeface="UD デジタル 教科書体 N" panose="02020400000000000000" pitchFamily="17" charset="-128"/>
                <a:ea typeface="UD デジタル 教科書体 N" panose="02020400000000000000" pitchFamily="17" charset="-128"/>
                <a:cs typeface="CaskaydiaCove NF" panose="02000009000000000000" pitchFamily="50" charset="0"/>
              </a:rPr>
              <a:t>スライド</a:t>
            </a:r>
          </a:p>
        </p:txBody>
      </p:sp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B0D4B349-4ACE-CFF2-9C63-4FA213E55357}"/>
              </a:ext>
            </a:extLst>
          </p:cNvPr>
          <p:cNvSpPr/>
          <p:nvPr/>
        </p:nvSpPr>
        <p:spPr>
          <a:xfrm>
            <a:off x="6288017" y="789897"/>
            <a:ext cx="1678608" cy="431020"/>
          </a:xfrm>
          <a:prstGeom prst="rect">
            <a:avLst/>
          </a:prstGeom>
        </p:spPr>
        <p:style>
          <a:lnRef idx="1">
            <a:schemeClr val="accent4"/>
          </a:lnRef>
          <a:fillRef idx="3">
            <a:schemeClr val="accent4"/>
          </a:fillRef>
          <a:effectRef idx="2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>
                <a:latin typeface="UD デジタル 教科書体 N" panose="02020400000000000000" pitchFamily="17" charset="-128"/>
                <a:ea typeface="UD デジタル 教科書体 N" panose="02020400000000000000" pitchFamily="17" charset="-128"/>
                <a:cs typeface="CaskaydiaCove NF" panose="02000009000000000000" pitchFamily="50" charset="0"/>
              </a:rPr>
              <a:t>ノート</a:t>
            </a:r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507B8DE4-6F89-0F40-7E02-EEE603740B6C}"/>
              </a:ext>
            </a:extLst>
          </p:cNvPr>
          <p:cNvSpPr/>
          <p:nvPr/>
        </p:nvSpPr>
        <p:spPr>
          <a:xfrm>
            <a:off x="9939219" y="789897"/>
            <a:ext cx="1678608" cy="431020"/>
          </a:xfrm>
          <a:prstGeom prst="rect">
            <a:avLst/>
          </a:prstGeom>
        </p:spPr>
        <p:style>
          <a:lnRef idx="1">
            <a:schemeClr val="accent4"/>
          </a:lnRef>
          <a:fillRef idx="3">
            <a:schemeClr val="accent4"/>
          </a:fillRef>
          <a:effectRef idx="2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>
                <a:latin typeface="UD デジタル 教科書体 N" panose="02020400000000000000" pitchFamily="17" charset="-128"/>
                <a:ea typeface="UD デジタル 教科書体 N" panose="02020400000000000000" pitchFamily="17" charset="-128"/>
                <a:cs typeface="CaskaydiaCove NF" panose="02000009000000000000" pitchFamily="50" charset="0"/>
              </a:rPr>
              <a:t>ウェブ</a:t>
            </a:r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60C64283-864B-66AD-A56F-9F3F3715B8D3}"/>
              </a:ext>
            </a:extLst>
          </p:cNvPr>
          <p:cNvSpPr/>
          <p:nvPr/>
        </p:nvSpPr>
        <p:spPr>
          <a:xfrm>
            <a:off x="7290816" y="3993112"/>
            <a:ext cx="1798712" cy="431020"/>
          </a:xfrm>
          <a:prstGeom prst="rect">
            <a:avLst/>
          </a:prstGeom>
        </p:spPr>
        <p:style>
          <a:lnRef idx="1">
            <a:schemeClr val="accent4"/>
          </a:lnRef>
          <a:fillRef idx="3">
            <a:schemeClr val="accent4"/>
          </a:fillRef>
          <a:effectRef idx="2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>
                <a:latin typeface="UD デジタル 教科書体 N" panose="02020400000000000000" pitchFamily="17" charset="-128"/>
                <a:ea typeface="UD デジタル 教科書体 N" panose="02020400000000000000" pitchFamily="17" charset="-128"/>
                <a:cs typeface="CaskaydiaCove NF" panose="02000009000000000000" pitchFamily="50" charset="0"/>
              </a:rPr>
              <a:t>エクスプローラ</a:t>
            </a:r>
          </a:p>
        </p:txBody>
      </p:sp>
    </p:spTree>
    <p:extLst>
      <p:ext uri="{BB962C8B-B14F-4D97-AF65-F5344CB8AC3E}">
        <p14:creationId xmlns:p14="http://schemas.microsoft.com/office/powerpoint/2010/main" val="306464113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グループ化 6">
            <a:extLst>
              <a:ext uri="{FF2B5EF4-FFF2-40B4-BE49-F238E27FC236}">
                <a16:creationId xmlns:a16="http://schemas.microsoft.com/office/drawing/2014/main" id="{480C71BC-EF1B-7011-E545-2423A5FE60D0}"/>
              </a:ext>
            </a:extLst>
          </p:cNvPr>
          <p:cNvGrpSpPr/>
          <p:nvPr/>
        </p:nvGrpSpPr>
        <p:grpSpPr>
          <a:xfrm>
            <a:off x="4347707" y="4226761"/>
            <a:ext cx="3703983" cy="563050"/>
            <a:chOff x="4634727" y="4000701"/>
            <a:chExt cx="3703983" cy="563050"/>
          </a:xfrm>
        </p:grpSpPr>
        <p:pic>
          <p:nvPicPr>
            <p:cNvPr id="5" name="図 4">
              <a:extLst>
                <a:ext uri="{FF2B5EF4-FFF2-40B4-BE49-F238E27FC236}">
                  <a16:creationId xmlns:a16="http://schemas.microsoft.com/office/drawing/2014/main" id="{084990F8-21DF-0141-5140-B43A92278E2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35242" t="49483" r="8732"/>
            <a:stretch>
              <a:fillRect/>
            </a:stretch>
          </p:blipFill>
          <p:spPr>
            <a:xfrm>
              <a:off x="4634727" y="4000701"/>
              <a:ext cx="3703983" cy="563050"/>
            </a:xfrm>
            <a:prstGeom prst="rect">
              <a:avLst/>
            </a:prstGeom>
          </p:spPr>
        </p:pic>
        <p:pic>
          <p:nvPicPr>
            <p:cNvPr id="6" name="図 5">
              <a:extLst>
                <a:ext uri="{FF2B5EF4-FFF2-40B4-BE49-F238E27FC236}">
                  <a16:creationId xmlns:a16="http://schemas.microsoft.com/office/drawing/2014/main" id="{011AE828-B523-FC43-B756-777FB5E4ED5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84353" t="61054" r="8732" b="24823"/>
            <a:stretch>
              <a:fillRect/>
            </a:stretch>
          </p:blipFill>
          <p:spPr>
            <a:xfrm>
              <a:off x="7880494" y="4282226"/>
              <a:ext cx="452120" cy="198334"/>
            </a:xfrm>
            <a:prstGeom prst="rect">
              <a:avLst/>
            </a:prstGeom>
          </p:spPr>
        </p:pic>
      </p:grpSp>
      <p:sp>
        <p:nvSpPr>
          <p:cNvPr id="22" name="フリーフォーム: 図形 21">
            <a:extLst>
              <a:ext uri="{FF2B5EF4-FFF2-40B4-BE49-F238E27FC236}">
                <a16:creationId xmlns:a16="http://schemas.microsoft.com/office/drawing/2014/main" id="{71A0D5DB-5DCD-DC8B-D5ED-50177265688A}"/>
              </a:ext>
            </a:extLst>
          </p:cNvPr>
          <p:cNvSpPr/>
          <p:nvPr/>
        </p:nvSpPr>
        <p:spPr>
          <a:xfrm rot="10800000">
            <a:off x="4734449" y="1666888"/>
            <a:ext cx="2847592" cy="2606245"/>
          </a:xfrm>
          <a:custGeom>
            <a:avLst/>
            <a:gdLst>
              <a:gd name="csX0" fmla="*/ 3060131 w 3436883"/>
              <a:gd name="csY0" fmla="*/ 2606245 h 2606245"/>
              <a:gd name="csX1" fmla="*/ 376752 w 3436883"/>
              <a:gd name="csY1" fmla="*/ 2606245 h 2606245"/>
              <a:gd name="csX2" fmla="*/ 0 w 3436883"/>
              <a:gd name="csY2" fmla="*/ 2229493 h 2606245"/>
              <a:gd name="csX3" fmla="*/ 0 w 3436883"/>
              <a:gd name="csY3" fmla="*/ 722487 h 2606245"/>
              <a:gd name="csX4" fmla="*/ 376752 w 3436883"/>
              <a:gd name="csY4" fmla="*/ 345735 h 2606245"/>
              <a:gd name="csX5" fmla="*/ 1553892 w 3436883"/>
              <a:gd name="csY5" fmla="*/ 345735 h 2606245"/>
              <a:gd name="csX6" fmla="*/ 2138229 w 3436883"/>
              <a:gd name="csY6" fmla="*/ 0 h 2606245"/>
              <a:gd name="csX7" fmla="*/ 2722566 w 3436883"/>
              <a:gd name="csY7" fmla="*/ 345735 h 2606245"/>
              <a:gd name="csX8" fmla="*/ 3060131 w 3436883"/>
              <a:gd name="csY8" fmla="*/ 345735 h 2606245"/>
              <a:gd name="csX9" fmla="*/ 3436883 w 3436883"/>
              <a:gd name="csY9" fmla="*/ 722487 h 2606245"/>
              <a:gd name="csX10" fmla="*/ 3436883 w 3436883"/>
              <a:gd name="csY10" fmla="*/ 2229493 h 2606245"/>
              <a:gd name="csX11" fmla="*/ 3060131 w 3436883"/>
              <a:gd name="csY11" fmla="*/ 2606245 h 260624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</a:cxnLst>
            <a:rect l="l" t="t" r="r" b="b"/>
            <a:pathLst>
              <a:path w="3436883" h="2606245">
                <a:moveTo>
                  <a:pt x="3060131" y="2606245"/>
                </a:moveTo>
                <a:lnTo>
                  <a:pt x="376752" y="2606245"/>
                </a:lnTo>
                <a:cubicBezTo>
                  <a:pt x="168678" y="2606245"/>
                  <a:pt x="0" y="2437567"/>
                  <a:pt x="0" y="2229493"/>
                </a:cubicBezTo>
                <a:lnTo>
                  <a:pt x="0" y="722487"/>
                </a:lnTo>
                <a:cubicBezTo>
                  <a:pt x="0" y="514413"/>
                  <a:pt x="168678" y="345735"/>
                  <a:pt x="376752" y="345735"/>
                </a:cubicBezTo>
                <a:lnTo>
                  <a:pt x="1553892" y="345735"/>
                </a:lnTo>
                <a:lnTo>
                  <a:pt x="2138229" y="0"/>
                </a:lnTo>
                <a:lnTo>
                  <a:pt x="2722566" y="345735"/>
                </a:lnTo>
                <a:lnTo>
                  <a:pt x="3060131" y="345735"/>
                </a:lnTo>
                <a:cubicBezTo>
                  <a:pt x="3268205" y="345735"/>
                  <a:pt x="3436883" y="514413"/>
                  <a:pt x="3436883" y="722487"/>
                </a:cubicBezTo>
                <a:lnTo>
                  <a:pt x="3436883" y="2229493"/>
                </a:lnTo>
                <a:cubicBezTo>
                  <a:pt x="3436883" y="2437567"/>
                  <a:pt x="3268205" y="2606245"/>
                  <a:pt x="3060131" y="2606245"/>
                </a:cubicBezTo>
                <a:close/>
              </a:path>
            </a:pathLst>
          </a:custGeom>
          <a:solidFill>
            <a:schemeClr val="tx1">
              <a:lumMod val="85000"/>
              <a:lumOff val="15000"/>
            </a:schemeClr>
          </a:solidFill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wrap="square" rtlCol="0" anchor="ctr">
            <a:noAutofit/>
          </a:bodyPr>
          <a:lstStyle/>
          <a:p>
            <a:pPr algn="ctr"/>
            <a:endParaRPr kumimoji="1" lang="ja-JP" altLang="en-US" dirty="0"/>
          </a:p>
        </p:txBody>
      </p:sp>
      <p:grpSp>
        <p:nvGrpSpPr>
          <p:cNvPr id="10" name="グループ化 9">
            <a:extLst>
              <a:ext uri="{FF2B5EF4-FFF2-40B4-BE49-F238E27FC236}">
                <a16:creationId xmlns:a16="http://schemas.microsoft.com/office/drawing/2014/main" id="{FE1311BE-7C56-3E68-9E11-E3F87E38D46B}"/>
              </a:ext>
            </a:extLst>
          </p:cNvPr>
          <p:cNvGrpSpPr/>
          <p:nvPr/>
        </p:nvGrpSpPr>
        <p:grpSpPr>
          <a:xfrm>
            <a:off x="5540437" y="2212781"/>
            <a:ext cx="1270362" cy="1320099"/>
            <a:chOff x="4121445" y="1206289"/>
            <a:chExt cx="3648932" cy="3791793"/>
          </a:xfrm>
        </p:grpSpPr>
        <p:sp>
          <p:nvSpPr>
            <p:cNvPr id="11" name="四角形: 角を丸くする 10">
              <a:extLst>
                <a:ext uri="{FF2B5EF4-FFF2-40B4-BE49-F238E27FC236}">
                  <a16:creationId xmlns:a16="http://schemas.microsoft.com/office/drawing/2014/main" id="{F4F98F71-3F3C-A18F-2D20-A2B7C7D96FF1}"/>
                </a:ext>
              </a:extLst>
            </p:cNvPr>
            <p:cNvSpPr/>
            <p:nvPr/>
          </p:nvSpPr>
          <p:spPr>
            <a:xfrm rot="20336448">
              <a:off x="5419062" y="2438237"/>
              <a:ext cx="2351315" cy="2559845"/>
            </a:xfrm>
            <a:prstGeom prst="roundRect">
              <a:avLst>
                <a:gd name="adj" fmla="val 27044"/>
              </a:avLst>
            </a:prstGeom>
            <a:gradFill>
              <a:gsLst>
                <a:gs pos="0">
                  <a:schemeClr val="accent1">
                    <a:lumMod val="60000"/>
                    <a:lumOff val="40000"/>
                  </a:schemeClr>
                </a:gs>
                <a:gs pos="100000">
                  <a:schemeClr val="accent1">
                    <a:lumMod val="40000"/>
                    <a:lumOff val="60000"/>
                  </a:schemeClr>
                </a:gs>
              </a:gsLst>
              <a:lin ang="16200000" scaled="1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2" name="四角形: 角を丸くする 11">
              <a:extLst>
                <a:ext uri="{FF2B5EF4-FFF2-40B4-BE49-F238E27FC236}">
                  <a16:creationId xmlns:a16="http://schemas.microsoft.com/office/drawing/2014/main" id="{A6AEF11D-C699-1BA6-5C68-27BDF404BFB1}"/>
                </a:ext>
              </a:extLst>
            </p:cNvPr>
            <p:cNvSpPr/>
            <p:nvPr/>
          </p:nvSpPr>
          <p:spPr>
            <a:xfrm rot="549115">
              <a:off x="4121445" y="1993450"/>
              <a:ext cx="2351315" cy="2630928"/>
            </a:xfrm>
            <a:prstGeom prst="roundRect">
              <a:avLst>
                <a:gd name="adj" fmla="val 27044"/>
              </a:avLst>
            </a:prstGeom>
            <a:gradFill>
              <a:gsLst>
                <a:gs pos="0">
                  <a:schemeClr val="accent4">
                    <a:lumMod val="60000"/>
                    <a:lumOff val="40000"/>
                  </a:schemeClr>
                </a:gs>
                <a:gs pos="100000">
                  <a:schemeClr val="accent4">
                    <a:lumMod val="40000"/>
                    <a:lumOff val="60000"/>
                  </a:schemeClr>
                </a:gs>
              </a:gsLst>
              <a:lin ang="16200000" scaled="1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3" name="四角形: 角を丸くする 12">
              <a:extLst>
                <a:ext uri="{FF2B5EF4-FFF2-40B4-BE49-F238E27FC236}">
                  <a16:creationId xmlns:a16="http://schemas.microsoft.com/office/drawing/2014/main" id="{2B494A1A-A206-0BD9-DF2C-85EB4E811D33}"/>
                </a:ext>
              </a:extLst>
            </p:cNvPr>
            <p:cNvSpPr/>
            <p:nvPr/>
          </p:nvSpPr>
          <p:spPr>
            <a:xfrm>
              <a:off x="4208744" y="1363702"/>
              <a:ext cx="2458278" cy="3062079"/>
            </a:xfrm>
            <a:prstGeom prst="roundRect">
              <a:avLst>
                <a:gd name="adj" fmla="val 27044"/>
              </a:avLst>
            </a:prstGeom>
            <a:gradFill flip="none" rotWithShape="1">
              <a:gsLst>
                <a:gs pos="0">
                  <a:schemeClr val="accent4">
                    <a:lumMod val="40000"/>
                    <a:lumOff val="60000"/>
                  </a:schemeClr>
                </a:gs>
                <a:gs pos="100000">
                  <a:schemeClr val="accent4">
                    <a:lumMod val="20000"/>
                    <a:lumOff val="80000"/>
                  </a:schemeClr>
                </a:gs>
              </a:gsLst>
              <a:lin ang="16200000" scaled="1"/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dirty="0"/>
            </a:p>
          </p:txBody>
        </p:sp>
        <p:sp>
          <p:nvSpPr>
            <p:cNvPr id="14" name="四角形: 角を丸くする 13">
              <a:extLst>
                <a:ext uri="{FF2B5EF4-FFF2-40B4-BE49-F238E27FC236}">
                  <a16:creationId xmlns:a16="http://schemas.microsoft.com/office/drawing/2014/main" id="{2A36C2D0-17E5-62C1-0DFC-2258803A7B51}"/>
                </a:ext>
              </a:extLst>
            </p:cNvPr>
            <p:cNvSpPr/>
            <p:nvPr/>
          </p:nvSpPr>
          <p:spPr>
            <a:xfrm>
              <a:off x="4429761" y="1585658"/>
              <a:ext cx="2025226" cy="2618163"/>
            </a:xfrm>
            <a:prstGeom prst="roundRect">
              <a:avLst>
                <a:gd name="adj" fmla="val 22990"/>
              </a:avLst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dirty="0"/>
            </a:p>
          </p:txBody>
        </p:sp>
        <p:sp>
          <p:nvSpPr>
            <p:cNvPr id="15" name="四角形: 角を丸くする 14">
              <a:extLst>
                <a:ext uri="{FF2B5EF4-FFF2-40B4-BE49-F238E27FC236}">
                  <a16:creationId xmlns:a16="http://schemas.microsoft.com/office/drawing/2014/main" id="{233117A4-17AA-CCBA-8C2C-99C3415B0A51}"/>
                </a:ext>
              </a:extLst>
            </p:cNvPr>
            <p:cNvSpPr/>
            <p:nvPr/>
          </p:nvSpPr>
          <p:spPr>
            <a:xfrm>
              <a:off x="4702180" y="1206289"/>
              <a:ext cx="1446116" cy="616915"/>
            </a:xfrm>
            <a:prstGeom prst="roundRect">
              <a:avLst>
                <a:gd name="adj" fmla="val 27044"/>
              </a:avLst>
            </a:prstGeom>
            <a:gradFill>
              <a:gsLst>
                <a:gs pos="0">
                  <a:schemeClr val="accent1">
                    <a:lumMod val="40000"/>
                    <a:lumOff val="60000"/>
                  </a:schemeClr>
                </a:gs>
                <a:gs pos="100000">
                  <a:schemeClr val="accent1">
                    <a:lumMod val="60000"/>
                    <a:lumOff val="4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dirty="0"/>
            </a:p>
          </p:txBody>
        </p:sp>
        <p:sp>
          <p:nvSpPr>
            <p:cNvPr id="16" name="四角形: 角を丸くする 15">
              <a:extLst>
                <a:ext uri="{FF2B5EF4-FFF2-40B4-BE49-F238E27FC236}">
                  <a16:creationId xmlns:a16="http://schemas.microsoft.com/office/drawing/2014/main" id="{B11965A4-C614-91FE-D0D2-693C35FD1B29}"/>
                </a:ext>
              </a:extLst>
            </p:cNvPr>
            <p:cNvSpPr/>
            <p:nvPr/>
          </p:nvSpPr>
          <p:spPr>
            <a:xfrm>
              <a:off x="4646506" y="2249307"/>
              <a:ext cx="1277249" cy="161752"/>
            </a:xfrm>
            <a:prstGeom prst="roundRect">
              <a:avLst>
                <a:gd name="adj" fmla="val 27044"/>
              </a:avLst>
            </a:prstGeom>
            <a:solidFill>
              <a:schemeClr val="tx2">
                <a:lumMod val="25000"/>
                <a:lumOff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7" name="四角形: 角を丸くする 16">
              <a:extLst>
                <a:ext uri="{FF2B5EF4-FFF2-40B4-BE49-F238E27FC236}">
                  <a16:creationId xmlns:a16="http://schemas.microsoft.com/office/drawing/2014/main" id="{5E3BC063-ADE4-7414-233B-4151F17C7B5E}"/>
                </a:ext>
              </a:extLst>
            </p:cNvPr>
            <p:cNvSpPr/>
            <p:nvPr/>
          </p:nvSpPr>
          <p:spPr>
            <a:xfrm>
              <a:off x="4645131" y="2648069"/>
              <a:ext cx="1277249" cy="161752"/>
            </a:xfrm>
            <a:prstGeom prst="roundRect">
              <a:avLst>
                <a:gd name="adj" fmla="val 27044"/>
              </a:avLst>
            </a:prstGeom>
            <a:solidFill>
              <a:schemeClr val="tx2">
                <a:lumMod val="25000"/>
                <a:lumOff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8" name="四角形: 角を丸くする 17">
              <a:extLst>
                <a:ext uri="{FF2B5EF4-FFF2-40B4-BE49-F238E27FC236}">
                  <a16:creationId xmlns:a16="http://schemas.microsoft.com/office/drawing/2014/main" id="{0D61AC30-1282-F7CE-B674-7A86D4299F42}"/>
                </a:ext>
              </a:extLst>
            </p:cNvPr>
            <p:cNvSpPr/>
            <p:nvPr/>
          </p:nvSpPr>
          <p:spPr>
            <a:xfrm>
              <a:off x="4645130" y="3046831"/>
              <a:ext cx="1277249" cy="161752"/>
            </a:xfrm>
            <a:prstGeom prst="roundRect">
              <a:avLst>
                <a:gd name="adj" fmla="val 27044"/>
              </a:avLst>
            </a:prstGeom>
            <a:solidFill>
              <a:schemeClr val="tx2">
                <a:lumMod val="25000"/>
                <a:lumOff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386827388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E00B0A-269B-7FAD-5C18-C6342E67FB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B18C247-6B17-4BD8-E3DF-9A8CF4119B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素材</a:t>
            </a:r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126412138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>
            <a:extLst>
              <a:ext uri="{FF2B5EF4-FFF2-40B4-BE49-F238E27FC236}">
                <a16:creationId xmlns:a16="http://schemas.microsoft.com/office/drawing/2014/main" id="{CE9C94F5-7E3B-725A-A801-F58D83A884D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9610" y="0"/>
            <a:ext cx="10252779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6736605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図 8">
            <a:extLst>
              <a:ext uri="{FF2B5EF4-FFF2-40B4-BE49-F238E27FC236}">
                <a16:creationId xmlns:a16="http://schemas.microsoft.com/office/drawing/2014/main" id="{E42CD1E8-EDFD-C647-F125-1E0A0D393BC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1029" y="0"/>
            <a:ext cx="10269941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4049389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図 6">
            <a:extLst>
              <a:ext uri="{FF2B5EF4-FFF2-40B4-BE49-F238E27FC236}">
                <a16:creationId xmlns:a16="http://schemas.microsoft.com/office/drawing/2014/main" id="{8D99382D-150C-B27F-76E9-1F75836752C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2209" y="0"/>
            <a:ext cx="10167582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0608765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>
            <a:extLst>
              <a:ext uri="{FF2B5EF4-FFF2-40B4-BE49-F238E27FC236}">
                <a16:creationId xmlns:a16="http://schemas.microsoft.com/office/drawing/2014/main" id="{DBCE5299-A284-4039-4F20-64A37CA8707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07923" y="0"/>
            <a:ext cx="7976153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2623604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図 7">
            <a:extLst>
              <a:ext uri="{FF2B5EF4-FFF2-40B4-BE49-F238E27FC236}">
                <a16:creationId xmlns:a16="http://schemas.microsoft.com/office/drawing/2014/main" id="{42127FC7-D7EC-2144-7D51-1F4AC040811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90363" y="2871709"/>
            <a:ext cx="6611273" cy="11145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9256392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54</TotalTime>
  <Words>9</Words>
  <Application>Microsoft Office PowerPoint</Application>
  <PresentationFormat>ワイド画面</PresentationFormat>
  <Paragraphs>9</Paragraphs>
  <Slides>9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5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9</vt:i4>
      </vt:variant>
    </vt:vector>
  </HeadingPairs>
  <TitlesOfParts>
    <vt:vector size="15" baseType="lpstr">
      <vt:lpstr>UD デジタル 教科書体 N</vt:lpstr>
      <vt:lpstr>游ゴシック</vt:lpstr>
      <vt:lpstr>游ゴシック Light</vt:lpstr>
      <vt:lpstr>Arial</vt:lpstr>
      <vt:lpstr>CaskaydiaCove NF</vt:lpstr>
      <vt:lpstr>Office テーマ</vt:lpstr>
      <vt:lpstr>スクリーンショット</vt:lpstr>
      <vt:lpstr>PowerPoint プレゼンテーション</vt:lpstr>
      <vt:lpstr>PowerPoint プレゼンテーション</vt:lpstr>
      <vt:lpstr>素材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Takahiro Nagata</dc:creator>
  <cp:lastModifiedBy>Takahiro Nagata</cp:lastModifiedBy>
  <cp:revision>21</cp:revision>
  <dcterms:created xsi:type="dcterms:W3CDTF">2026-03-07T12:36:27Z</dcterms:created>
  <dcterms:modified xsi:type="dcterms:W3CDTF">2026-03-12T10:53:26Z</dcterms:modified>
</cp:coreProperties>
</file>