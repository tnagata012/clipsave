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5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C4CC35-AFCE-2D10-9D76-3289985A8B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E2F0DE0-3A0D-31F0-1C8D-30EBADD6E0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0ABF79-AD2A-1CDC-28BF-320BF761D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A83B5-BF28-4788-8F22-F35D2FB7ED5D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6A8DAC-2747-F4DB-3412-AFFB9657F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B797A2-94D1-8832-CC37-B10FE17F3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B6620-1395-499D-9491-74A23F67A1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564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1C9C7A-681C-2218-3B51-C6665A916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8BDF7D8-FD38-E0E5-614F-9E9CC4BE5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D133EA-19F4-7E10-815E-D1E7AB8B4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A83B5-BF28-4788-8F22-F35D2FB7ED5D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429075-3D9A-6A52-6341-4E153C012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ECC93C-4367-4F58-C8DA-511F05E34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B6620-1395-499D-9491-74A23F67A1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436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FF1C85-7F46-E42E-1BAE-D52EACD8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82F0DD-8BED-6A9D-7078-2B35681B3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C4D9C5-EA58-686F-AA42-F15870B97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A83B5-BF28-4788-8F22-F35D2FB7ED5D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83D85A-5821-EDCA-F295-1995CB63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80A6832-87E6-2578-A73F-654CCD9BA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B6620-1395-499D-9491-74A23F67A1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8941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F0891E-535E-EC63-4A7F-EEBBF159E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D23823A-99DC-6A0A-0E33-EC3B61365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BB21D16-89D8-9A2C-8691-0F603BF41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95DB57-998B-03A0-E442-DAE1E1651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A83B5-BF28-4788-8F22-F35D2FB7ED5D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283F9B2-9189-2BD9-4D07-DD5173967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EBFE9CE-8FF4-C9DE-CE04-5F781EBD4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B6620-1395-499D-9491-74A23F67A1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150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4A075E-51FA-839A-B59A-AF53296FC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25C7368-7D90-5152-E7FF-DA032862C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4DA5ACF-CC54-4C19-9086-45F0E8B2E5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5FAE327-6C92-2C47-94F1-0EE986E149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BBA620E-E396-7507-E356-738EF74820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0682A90-0DAB-0DE7-53BD-DE2D3334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A83B5-BF28-4788-8F22-F35D2FB7ED5D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6D4E5C5-D2D8-C5B3-033C-B6FF24042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637E14E-2D2F-F745-7DB4-6F2C6A5E4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B6620-1395-499D-9491-74A23F67A1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2670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D4DA85-7455-F453-6D21-DDD73FDB8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A05E63D-A154-D10B-73AE-D781039B4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A83B5-BF28-4788-8F22-F35D2FB7ED5D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73476A1-95FB-EB6D-ECEC-93BF3DB31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B00E2EC-98A3-D2D4-E082-9AF692120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B6620-1395-499D-9491-74A23F67A1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9467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05EE81A-6CD8-1BDD-C65F-65FB6C96A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A83B5-BF28-4788-8F22-F35D2FB7ED5D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2E63683-8820-41D9-8E0D-81973BAEE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F49B605-BD2F-404E-869E-91B19F4FA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B6620-1395-499D-9491-74A23F67A1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0916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4409B7-4934-CECC-86D9-AB1D52431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148777-998E-2167-EAD8-D45A712FBB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2BFD447-35D7-2F04-DB16-E2F3A0AF77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D9F6A3-3DA2-9385-9E36-D36E78B25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A83B5-BF28-4788-8F22-F35D2FB7ED5D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56B52D-326D-C0F0-BCD1-5124805F7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026BC8-CD06-29B4-55C2-9A161CE25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B6620-1395-499D-9491-74A23F67A1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868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F5ECFF-EFB9-0E5F-CCC7-B92A62B45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6F8D81F-2169-410B-F4D8-FA8CDE9323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81A2B5-44FB-610F-FD01-1746A2E06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BC3BF8-C492-6D3C-77D9-32FA915F8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A83B5-BF28-4788-8F22-F35D2FB7ED5D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D24196-63EB-32A1-5DBF-6F161A15D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2FE8970-38D7-2708-5E3E-DEB07D291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B6620-1395-499D-9491-74A23F67A1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9853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0E71A5-FD48-5457-1961-A4A1EC64D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7F9847-B826-6B03-C5EC-0F8F2DC1C1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762B74-3D70-3F32-99FA-4F45B8595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A83B5-BF28-4788-8F22-F35D2FB7ED5D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66E0BED-D67A-0AF7-9F5B-4A486B87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EF16C0-14F6-2366-569B-7662076F2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B6620-1395-499D-9491-74A23F67A1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3491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2E49D10-854F-E24D-E4DF-27CFEDC7CF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6D6BBA4-D64D-76A0-14BA-5EDDECFF62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E4A8A9-D262-02A2-90F2-D744789D2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AA83B5-BF28-4788-8F22-F35D2FB7ED5D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392353-7A81-DCC7-6D0D-D738C9760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AF4A07-1130-A216-E6AA-DEB827BBA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AB6620-1395-499D-9491-74A23F67A1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584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262FE3F-39B2-C5FF-DB5F-1D034DFC9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E405429-BE3C-D456-DC2E-D4C48EB94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A7CA526-6132-13AB-F952-2E619B50D8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AA83B5-BF28-4788-8F22-F35D2FB7ED5D}" type="datetimeFigureOut">
              <a:rPr kumimoji="1" lang="ja-JP" altLang="en-US" smtClean="0"/>
              <a:t>2026/2/15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99281E-FF44-E568-D2CF-85347327B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95DEE26-F362-3793-50C8-30AB68021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AB6620-1395-499D-9491-74A23F67A11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5469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EE359-34B1-F60B-AD55-E1F7F8E50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3F9C09FF-A3E9-53BB-A34F-F1169FEB4B54}"/>
              </a:ext>
            </a:extLst>
          </p:cNvPr>
          <p:cNvGrpSpPr/>
          <p:nvPr/>
        </p:nvGrpSpPr>
        <p:grpSpPr>
          <a:xfrm>
            <a:off x="4121445" y="1206289"/>
            <a:ext cx="3648932" cy="3791793"/>
            <a:chOff x="4121445" y="1206289"/>
            <a:chExt cx="3648932" cy="3791793"/>
          </a:xfrm>
        </p:grpSpPr>
        <p:sp>
          <p:nvSpPr>
            <p:cNvPr id="6" name="四角形: 角を丸くする 5">
              <a:extLst>
                <a:ext uri="{FF2B5EF4-FFF2-40B4-BE49-F238E27FC236}">
                  <a16:creationId xmlns:a16="http://schemas.microsoft.com/office/drawing/2014/main" id="{6E07DD4B-CA1B-3380-B280-CD21B1514030}"/>
                </a:ext>
              </a:extLst>
            </p:cNvPr>
            <p:cNvSpPr/>
            <p:nvPr/>
          </p:nvSpPr>
          <p:spPr>
            <a:xfrm rot="20336448">
              <a:off x="5419062" y="2438237"/>
              <a:ext cx="2351315" cy="2559845"/>
            </a:xfrm>
            <a:prstGeom prst="roundRect">
              <a:avLst>
                <a:gd name="adj" fmla="val 27044"/>
              </a:avLst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48DF61C6-F29F-3F53-55FA-8E996300AB58}"/>
                </a:ext>
              </a:extLst>
            </p:cNvPr>
            <p:cNvSpPr/>
            <p:nvPr/>
          </p:nvSpPr>
          <p:spPr>
            <a:xfrm rot="549115">
              <a:off x="4121445" y="1993450"/>
              <a:ext cx="2351315" cy="2630928"/>
            </a:xfrm>
            <a:prstGeom prst="roundRect">
              <a:avLst>
                <a:gd name="adj" fmla="val 27044"/>
              </a:avLst>
            </a:pr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40000"/>
                    <a:lumOff val="60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3CC09C65-F1FA-E413-5E2C-306CF3A6958B}"/>
                </a:ext>
              </a:extLst>
            </p:cNvPr>
            <p:cNvSpPr/>
            <p:nvPr/>
          </p:nvSpPr>
          <p:spPr>
            <a:xfrm>
              <a:off x="4208744" y="1363702"/>
              <a:ext cx="2458278" cy="3062079"/>
            </a:xfrm>
            <a:prstGeom prst="roundRect">
              <a:avLst>
                <a:gd name="adj" fmla="val 27044"/>
              </a:avLst>
            </a:prstGeom>
            <a:gradFill flip="none" rotWithShape="1">
              <a:gsLst>
                <a:gs pos="0">
                  <a:schemeClr val="accent4">
                    <a:lumMod val="40000"/>
                    <a:lumOff val="6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" name="四角形: 角を丸くする 1">
              <a:extLst>
                <a:ext uri="{FF2B5EF4-FFF2-40B4-BE49-F238E27FC236}">
                  <a16:creationId xmlns:a16="http://schemas.microsoft.com/office/drawing/2014/main" id="{F09FB197-0FD9-3C9B-B7BF-824733548CEB}"/>
                </a:ext>
              </a:extLst>
            </p:cNvPr>
            <p:cNvSpPr/>
            <p:nvPr/>
          </p:nvSpPr>
          <p:spPr>
            <a:xfrm>
              <a:off x="4429760" y="1585659"/>
              <a:ext cx="2025226" cy="2618164"/>
            </a:xfrm>
            <a:prstGeom prst="roundRect">
              <a:avLst>
                <a:gd name="adj" fmla="val 2299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" name="四角形: 角を丸くする 7">
              <a:extLst>
                <a:ext uri="{FF2B5EF4-FFF2-40B4-BE49-F238E27FC236}">
                  <a16:creationId xmlns:a16="http://schemas.microsoft.com/office/drawing/2014/main" id="{EB68A1C6-94B2-D952-F393-F54DAFD880FB}"/>
                </a:ext>
              </a:extLst>
            </p:cNvPr>
            <p:cNvSpPr/>
            <p:nvPr/>
          </p:nvSpPr>
          <p:spPr>
            <a:xfrm>
              <a:off x="4702180" y="1206289"/>
              <a:ext cx="1446116" cy="616915"/>
            </a:xfrm>
            <a:prstGeom prst="roundRect">
              <a:avLst>
                <a:gd name="adj" fmla="val 27044"/>
              </a:avLst>
            </a:prstGeom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9" name="四角形: 角を丸くする 8">
              <a:extLst>
                <a:ext uri="{FF2B5EF4-FFF2-40B4-BE49-F238E27FC236}">
                  <a16:creationId xmlns:a16="http://schemas.microsoft.com/office/drawing/2014/main" id="{087BF3F4-F495-3518-A450-BE42F3F045C6}"/>
                </a:ext>
              </a:extLst>
            </p:cNvPr>
            <p:cNvSpPr/>
            <p:nvPr/>
          </p:nvSpPr>
          <p:spPr>
            <a:xfrm>
              <a:off x="4646506" y="2249307"/>
              <a:ext cx="1277249" cy="161752"/>
            </a:xfrm>
            <a:prstGeom prst="roundRect">
              <a:avLst>
                <a:gd name="adj" fmla="val 27044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四角形: 角を丸くする 6">
              <a:extLst>
                <a:ext uri="{FF2B5EF4-FFF2-40B4-BE49-F238E27FC236}">
                  <a16:creationId xmlns:a16="http://schemas.microsoft.com/office/drawing/2014/main" id="{E92C7D0E-28BA-6587-0859-6546897F5024}"/>
                </a:ext>
              </a:extLst>
            </p:cNvPr>
            <p:cNvSpPr/>
            <p:nvPr/>
          </p:nvSpPr>
          <p:spPr>
            <a:xfrm>
              <a:off x="4645131" y="2648069"/>
              <a:ext cx="1277249" cy="161752"/>
            </a:xfrm>
            <a:prstGeom prst="roundRect">
              <a:avLst>
                <a:gd name="adj" fmla="val 27044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四角形: 角を丸くする 9">
              <a:extLst>
                <a:ext uri="{FF2B5EF4-FFF2-40B4-BE49-F238E27FC236}">
                  <a16:creationId xmlns:a16="http://schemas.microsoft.com/office/drawing/2014/main" id="{00C27316-8535-B77B-6354-9933BB6EFD00}"/>
                </a:ext>
              </a:extLst>
            </p:cNvPr>
            <p:cNvSpPr/>
            <p:nvPr/>
          </p:nvSpPr>
          <p:spPr>
            <a:xfrm>
              <a:off x="4645130" y="3046831"/>
              <a:ext cx="1277249" cy="161752"/>
            </a:xfrm>
            <a:prstGeom prst="roundRect">
              <a:avLst>
                <a:gd name="adj" fmla="val 27044"/>
              </a:avLst>
            </a:prstGeom>
            <a:solidFill>
              <a:schemeClr val="tx2">
                <a:lumMod val="25000"/>
                <a:lumOff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2271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Takahiro Nagata</dc:creator>
  <cp:lastModifiedBy>Takahiro Nagata</cp:lastModifiedBy>
  <cp:revision>5</cp:revision>
  <dcterms:created xsi:type="dcterms:W3CDTF">2026-02-15T03:34:50Z</dcterms:created>
  <dcterms:modified xsi:type="dcterms:W3CDTF">2026-02-15T06:51:04Z</dcterms:modified>
</cp:coreProperties>
</file>